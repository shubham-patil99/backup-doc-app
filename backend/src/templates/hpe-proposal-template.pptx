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9" r:id="rId4"/>
  </p:sldMasterIdLst>
  <p:notesMasterIdLst>
    <p:notesMasterId r:id="rId8"/>
  </p:notesMasterIdLst>
  <p:handoutMasterIdLst>
    <p:handoutMasterId r:id="rId9"/>
  </p:handoutMasterIdLst>
  <p:sldIdLst>
    <p:sldId id="256" r:id="rId5"/>
    <p:sldId id="560" r:id="rId6"/>
    <p:sldId id="259" r:id="rId7"/>
  </p:sldIdLst>
  <p:sldSz cx="12192000" cy="6858000"/>
  <p:notesSz cx="6858000" cy="9144000"/>
  <p:embeddedFontLst>
    <p:embeddedFont>
      <p:font typeface="HPE Graphik" panose="020B0604020202020204" charset="0"/>
      <p:regular r:id="rId10"/>
      <p:bold r:id="rId11"/>
      <p:italic r:id="rId12"/>
      <p:boldItalic r:id="rId13"/>
    </p:embeddedFont>
    <p:embeddedFont>
      <p:font typeface="HPE Graphik Light" panose="020B0604020202020204" charset="0"/>
      <p:regular r:id="rId14"/>
      <p:italic r:id="rId15"/>
    </p:embeddedFont>
  </p:embeddedFontLst>
  <p:defaultTextStyle>
    <a:defPPr>
      <a:defRPr lang="en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sentation" id="{668CF916-CBD2-4A4A-9C86-864C3DB6E35B}">
          <p14:sldIdLst/>
        </p14:section>
        <p14:section name="LAYOUT_COVER" id="{27C9BFE2-C3D2-4186-9CAE-0280CEB44ACA}">
          <p14:sldIdLst>
            <p14:sldId id="256"/>
          </p14:sldIdLst>
        </p14:section>
        <p14:section name="LAYOUT_CONTENT" id="{533A704A-4317-4096-AC88-58AB5351DFD4}">
          <p14:sldIdLst>
            <p14:sldId id="560"/>
          </p14:sldIdLst>
        </p14:section>
        <p14:section name="LAYOUT_CLOSING" id="{6E3DC239-6B8A-40A1-BC62-7E5F0BDA51A3}">
          <p14:sldIdLst>
            <p14:sldId id="259"/>
          </p14:sldIdLst>
        </p14:section>
        <p14:section name="Legal Guidelines" id="{DDA7053A-566B-4FE7-9E0E-C8C5E5E8E1C1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0725"/>
    <a:srgbClr val="292D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E09FE7-AC12-4E43-9F13-28B99E4BF98F}" v="3" dt="2026-01-16T06:53:36.0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6283" autoAdjust="0"/>
  </p:normalViewPr>
  <p:slideViewPr>
    <p:cSldViewPr snapToGrid="0">
      <p:cViewPr varScale="1">
        <p:scale>
          <a:sx n="92" d="100"/>
          <a:sy n="92" d="100"/>
        </p:scale>
        <p:origin x="288" y="62"/>
      </p:cViewPr>
      <p:guideLst/>
    </p:cSldViewPr>
  </p:slideViewPr>
  <p:outlineViewPr>
    <p:cViewPr>
      <p:scale>
        <a:sx n="33" d="100"/>
        <a:sy n="33" d="100"/>
      </p:scale>
      <p:origin x="0" y="-18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5004" y="1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font" Target="fonts/font2.fntdata"/><Relationship Id="rId5" Type="http://schemas.openxmlformats.org/officeDocument/2006/relationships/slide" Target="slides/slide1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openxmlformats.org/officeDocument/2006/relationships/font" Target="fonts/font5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 N, Guruprasad (Nonstop PSD)" userId="28abc79f-3b43-4125-acb8-3b14e961e498" providerId="ADAL" clId="{81F225E7-BDA7-4340-BE89-29E7CD8026A0}"/>
    <pc:docChg chg="undo custSel addSld delSld modSld sldOrd modMainMaster modSection">
      <pc:chgData name="T N, Guruprasad (Nonstop PSD)" userId="28abc79f-3b43-4125-acb8-3b14e961e498" providerId="ADAL" clId="{81F225E7-BDA7-4340-BE89-29E7CD8026A0}" dt="2026-01-16T08:41:12.533" v="1567" actId="27636"/>
      <pc:docMkLst>
        <pc:docMk/>
      </pc:docMkLst>
      <pc:sldChg chg="modSp mod">
        <pc:chgData name="T N, Guruprasad (Nonstop PSD)" userId="28abc79f-3b43-4125-acb8-3b14e961e498" providerId="ADAL" clId="{81F225E7-BDA7-4340-BE89-29E7CD8026A0}" dt="2026-01-16T08:40:23.498" v="1565" actId="6549"/>
        <pc:sldMkLst>
          <pc:docMk/>
          <pc:sldMk cId="1601709577" sldId="256"/>
        </pc:sldMkLst>
        <pc:spChg chg="mod">
          <ac:chgData name="T N, Guruprasad (Nonstop PSD)" userId="28abc79f-3b43-4125-acb8-3b14e961e498" providerId="ADAL" clId="{81F225E7-BDA7-4340-BE89-29E7CD8026A0}" dt="2026-01-16T08:40:23.498" v="1565" actId="6549"/>
          <ac:spMkLst>
            <pc:docMk/>
            <pc:sldMk cId="1601709577" sldId="256"/>
            <ac:spMk id="2" creationId="{A6157B29-C5C2-E21E-E17D-F115B8C36FB2}"/>
          </ac:spMkLst>
        </pc:spChg>
        <pc:spChg chg="mod">
          <ac:chgData name="T N, Guruprasad (Nonstop PSD)" userId="28abc79f-3b43-4125-acb8-3b14e961e498" providerId="ADAL" clId="{81F225E7-BDA7-4340-BE89-29E7CD8026A0}" dt="2026-01-08T08:44:09.677" v="263"/>
          <ac:spMkLst>
            <pc:docMk/>
            <pc:sldMk cId="1601709577" sldId="256"/>
            <ac:spMk id="3" creationId="{0A043631-7822-A301-66DC-B119C491D002}"/>
          </ac:spMkLst>
        </pc:spChg>
        <pc:spChg chg="mod">
          <ac:chgData name="T N, Guruprasad (Nonstop PSD)" userId="28abc79f-3b43-4125-acb8-3b14e961e498" providerId="ADAL" clId="{81F225E7-BDA7-4340-BE89-29E7CD8026A0}" dt="2026-01-12T15:28:42.711" v="1393" actId="20577"/>
          <ac:spMkLst>
            <pc:docMk/>
            <pc:sldMk cId="1601709577" sldId="256"/>
            <ac:spMk id="4" creationId="{0145F95F-38D5-9024-0FB2-8494C129CD4A}"/>
          </ac:spMkLst>
        </pc:spChg>
        <pc:spChg chg="mod">
          <ac:chgData name="T N, Guruprasad (Nonstop PSD)" userId="28abc79f-3b43-4125-acb8-3b14e961e498" providerId="ADAL" clId="{81F225E7-BDA7-4340-BE89-29E7CD8026A0}" dt="2026-01-08T09:22:41.883" v="575"/>
          <ac:spMkLst>
            <pc:docMk/>
            <pc:sldMk cId="1601709577" sldId="256"/>
            <ac:spMk id="8" creationId="{B431158D-A106-CE03-6923-2B4E4D404D58}"/>
          </ac:spMkLst>
        </pc:spChg>
      </pc:sldChg>
      <pc:sldChg chg="modSp">
        <pc:chgData name="T N, Guruprasad (Nonstop PSD)" userId="28abc79f-3b43-4125-acb8-3b14e961e498" providerId="ADAL" clId="{81F225E7-BDA7-4340-BE89-29E7CD8026A0}" dt="2026-01-08T09:22:41.883" v="575"/>
        <pc:sldMkLst>
          <pc:docMk/>
          <pc:sldMk cId="1951264500" sldId="259"/>
        </pc:sldMkLst>
        <pc:spChg chg="mod">
          <ac:chgData name="T N, Guruprasad (Nonstop PSD)" userId="28abc79f-3b43-4125-acb8-3b14e961e498" providerId="ADAL" clId="{81F225E7-BDA7-4340-BE89-29E7CD8026A0}" dt="2026-01-08T09:22:41.883" v="575"/>
          <ac:spMkLst>
            <pc:docMk/>
            <pc:sldMk cId="1951264500" sldId="259"/>
            <ac:spMk id="4" creationId="{C3FC46F6-DD32-4A95-BBD8-E998EF614561}"/>
          </ac:spMkLst>
        </pc:spChg>
      </pc:sldChg>
      <pc:sldChg chg="modSp mod">
        <pc:chgData name="T N, Guruprasad (Nonstop PSD)" userId="28abc79f-3b43-4125-acb8-3b14e961e498" providerId="ADAL" clId="{81F225E7-BDA7-4340-BE89-29E7CD8026A0}" dt="2026-01-16T06:53:24.485" v="1525" actId="21"/>
        <pc:sldMkLst>
          <pc:docMk/>
          <pc:sldMk cId="1120679507" sldId="545"/>
        </pc:sldMkLst>
        <pc:spChg chg="mod">
          <ac:chgData name="T N, Guruprasad (Nonstop PSD)" userId="28abc79f-3b43-4125-acb8-3b14e961e498" providerId="ADAL" clId="{81F225E7-BDA7-4340-BE89-29E7CD8026A0}" dt="2026-01-08T09:22:41.883" v="575"/>
          <ac:spMkLst>
            <pc:docMk/>
            <pc:sldMk cId="1120679507" sldId="545"/>
            <ac:spMk id="2" creationId="{1AEFCC3E-8899-25E0-FAD6-6DFA82337F01}"/>
          </ac:spMkLst>
        </pc:spChg>
        <pc:spChg chg="mod">
          <ac:chgData name="T N, Guruprasad (Nonstop PSD)" userId="28abc79f-3b43-4125-acb8-3b14e961e498" providerId="ADAL" clId="{81F225E7-BDA7-4340-BE89-29E7CD8026A0}" dt="2026-01-09T09:02:46.892" v="1329" actId="13926"/>
          <ac:spMkLst>
            <pc:docMk/>
            <pc:sldMk cId="1120679507" sldId="545"/>
            <ac:spMk id="10" creationId="{F15E1E08-148A-8253-4853-CD8012011A82}"/>
          </ac:spMkLst>
        </pc:spChg>
        <pc:graphicFrameChg chg="mod modGraphic">
          <ac:chgData name="T N, Guruprasad (Nonstop PSD)" userId="28abc79f-3b43-4125-acb8-3b14e961e498" providerId="ADAL" clId="{81F225E7-BDA7-4340-BE89-29E7CD8026A0}" dt="2026-01-16T06:53:24.485" v="1525" actId="21"/>
          <ac:graphicFrameMkLst>
            <pc:docMk/>
            <pc:sldMk cId="1120679507" sldId="545"/>
            <ac:graphicFrameMk id="11" creationId="{0ADBA9F9-6FA2-BB3B-5628-8343F06C7DE5}"/>
          </ac:graphicFrameMkLst>
        </pc:graphicFrameChg>
      </pc:sldChg>
      <pc:sldChg chg="modSp mod">
        <pc:chgData name="T N, Guruprasad (Nonstop PSD)" userId="28abc79f-3b43-4125-acb8-3b14e961e498" providerId="ADAL" clId="{81F225E7-BDA7-4340-BE89-29E7CD8026A0}" dt="2026-01-12T15:29:26.047" v="1394" actId="13926"/>
        <pc:sldMkLst>
          <pc:docMk/>
          <pc:sldMk cId="2566644722" sldId="546"/>
        </pc:sldMkLst>
        <pc:spChg chg="mod">
          <ac:chgData name="T N, Guruprasad (Nonstop PSD)" userId="28abc79f-3b43-4125-acb8-3b14e961e498" providerId="ADAL" clId="{81F225E7-BDA7-4340-BE89-29E7CD8026A0}" dt="2026-01-12T15:29:26.047" v="1394" actId="13926"/>
          <ac:spMkLst>
            <pc:docMk/>
            <pc:sldMk cId="2566644722" sldId="546"/>
            <ac:spMk id="2" creationId="{5E8E4F5F-9F8B-A9F2-FC2E-42FE5204FF13}"/>
          </ac:spMkLst>
        </pc:spChg>
        <pc:spChg chg="mod">
          <ac:chgData name="T N, Guruprasad (Nonstop PSD)" userId="28abc79f-3b43-4125-acb8-3b14e961e498" providerId="ADAL" clId="{81F225E7-BDA7-4340-BE89-29E7CD8026A0}" dt="2026-01-08T09:22:41.883" v="575"/>
          <ac:spMkLst>
            <pc:docMk/>
            <pc:sldMk cId="2566644722" sldId="546"/>
            <ac:spMk id="4" creationId="{1EB0B03D-4040-DF80-468B-1D9B47425E86}"/>
          </ac:spMkLst>
        </pc:spChg>
      </pc:sldChg>
      <pc:sldChg chg="modSp mod">
        <pc:chgData name="T N, Guruprasad (Nonstop PSD)" userId="28abc79f-3b43-4125-acb8-3b14e961e498" providerId="ADAL" clId="{81F225E7-BDA7-4340-BE89-29E7CD8026A0}" dt="2026-01-08T09:22:41.883" v="575"/>
        <pc:sldMkLst>
          <pc:docMk/>
          <pc:sldMk cId="2794172565" sldId="547"/>
        </pc:sldMkLst>
        <pc:spChg chg="mod">
          <ac:chgData name="T N, Guruprasad (Nonstop PSD)" userId="28abc79f-3b43-4125-acb8-3b14e961e498" providerId="ADAL" clId="{81F225E7-BDA7-4340-BE89-29E7CD8026A0}" dt="2026-01-08T09:21:41.294" v="564" actId="6549"/>
          <ac:spMkLst>
            <pc:docMk/>
            <pc:sldMk cId="2794172565" sldId="547"/>
            <ac:spMk id="2" creationId="{1F70F963-5AAA-0CF7-D9AB-F87D3C019D21}"/>
          </ac:spMkLst>
        </pc:spChg>
        <pc:spChg chg="mod">
          <ac:chgData name="T N, Guruprasad (Nonstop PSD)" userId="28abc79f-3b43-4125-acb8-3b14e961e498" providerId="ADAL" clId="{81F225E7-BDA7-4340-BE89-29E7CD8026A0}" dt="2026-01-08T09:22:41.883" v="575"/>
          <ac:spMkLst>
            <pc:docMk/>
            <pc:sldMk cId="2794172565" sldId="547"/>
            <ac:spMk id="4" creationId="{486DAAD3-EA31-0AFB-8154-8CA27F6A42CF}"/>
          </ac:spMkLst>
        </pc:spChg>
      </pc:sldChg>
      <pc:sldChg chg="modSp mod">
        <pc:chgData name="T N, Guruprasad (Nonstop PSD)" userId="28abc79f-3b43-4125-acb8-3b14e961e498" providerId="ADAL" clId="{81F225E7-BDA7-4340-BE89-29E7CD8026A0}" dt="2026-01-08T09:54:18.193" v="711" actId="12"/>
        <pc:sldMkLst>
          <pc:docMk/>
          <pc:sldMk cId="2550239313" sldId="548"/>
        </pc:sldMkLst>
        <pc:spChg chg="mod">
          <ac:chgData name="T N, Guruprasad (Nonstop PSD)" userId="28abc79f-3b43-4125-acb8-3b14e961e498" providerId="ADAL" clId="{81F225E7-BDA7-4340-BE89-29E7CD8026A0}" dt="2026-01-08T09:54:18.193" v="711" actId="12"/>
          <ac:spMkLst>
            <pc:docMk/>
            <pc:sldMk cId="2550239313" sldId="548"/>
            <ac:spMk id="2" creationId="{30E9AA66-284C-1A8F-CEC8-675641260471}"/>
          </ac:spMkLst>
        </pc:spChg>
        <pc:spChg chg="mod">
          <ac:chgData name="T N, Guruprasad (Nonstop PSD)" userId="28abc79f-3b43-4125-acb8-3b14e961e498" providerId="ADAL" clId="{81F225E7-BDA7-4340-BE89-29E7CD8026A0}" dt="2026-01-08T09:22:41.883" v="575"/>
          <ac:spMkLst>
            <pc:docMk/>
            <pc:sldMk cId="2550239313" sldId="548"/>
            <ac:spMk id="4" creationId="{97945CF3-91A4-31C4-273E-77D7494CC8EA}"/>
          </ac:spMkLst>
        </pc:spChg>
      </pc:sldChg>
      <pc:sldChg chg="modSp mod">
        <pc:chgData name="T N, Guruprasad (Nonstop PSD)" userId="28abc79f-3b43-4125-acb8-3b14e961e498" providerId="ADAL" clId="{81F225E7-BDA7-4340-BE89-29E7CD8026A0}" dt="2026-01-08T09:22:41.883" v="575"/>
        <pc:sldMkLst>
          <pc:docMk/>
          <pc:sldMk cId="1077395846" sldId="549"/>
        </pc:sldMkLst>
        <pc:spChg chg="mod">
          <ac:chgData name="T N, Guruprasad (Nonstop PSD)" userId="28abc79f-3b43-4125-acb8-3b14e961e498" providerId="ADAL" clId="{81F225E7-BDA7-4340-BE89-29E7CD8026A0}" dt="2026-01-08T09:22:24.490" v="574" actId="15"/>
          <ac:spMkLst>
            <pc:docMk/>
            <pc:sldMk cId="1077395846" sldId="549"/>
            <ac:spMk id="2" creationId="{9EA2E51B-F58A-4BF1-80DA-AD2C1C95E859}"/>
          </ac:spMkLst>
        </pc:spChg>
        <pc:spChg chg="mod">
          <ac:chgData name="T N, Guruprasad (Nonstop PSD)" userId="28abc79f-3b43-4125-acb8-3b14e961e498" providerId="ADAL" clId="{81F225E7-BDA7-4340-BE89-29E7CD8026A0}" dt="2026-01-08T09:22:41.883" v="575"/>
          <ac:spMkLst>
            <pc:docMk/>
            <pc:sldMk cId="1077395846" sldId="549"/>
            <ac:spMk id="4" creationId="{53E66D8C-BDFF-81AB-1818-69349977BAFE}"/>
          </ac:spMkLst>
        </pc:spChg>
      </pc:sldChg>
      <pc:sldChg chg="modSp mod ord">
        <pc:chgData name="T N, Guruprasad (Nonstop PSD)" userId="28abc79f-3b43-4125-acb8-3b14e961e498" providerId="ADAL" clId="{81F225E7-BDA7-4340-BE89-29E7CD8026A0}" dt="2026-01-16T07:57:23.544" v="1526" actId="368"/>
        <pc:sldMkLst>
          <pc:docMk/>
          <pc:sldMk cId="1276437800" sldId="550"/>
        </pc:sldMkLst>
        <pc:spChg chg="mod">
          <ac:chgData name="T N, Guruprasad (Nonstop PSD)" userId="28abc79f-3b43-4125-acb8-3b14e961e498" providerId="ADAL" clId="{81F225E7-BDA7-4340-BE89-29E7CD8026A0}" dt="2026-01-16T06:20:30.297" v="1472" actId="6549"/>
          <ac:spMkLst>
            <pc:docMk/>
            <pc:sldMk cId="1276437800" sldId="550"/>
            <ac:spMk id="2" creationId="{9E69B412-C7EE-D711-A531-8A3104BFEEE1}"/>
          </ac:spMkLst>
        </pc:spChg>
        <pc:spChg chg="mod">
          <ac:chgData name="T N, Guruprasad (Nonstop PSD)" userId="28abc79f-3b43-4125-acb8-3b14e961e498" providerId="ADAL" clId="{81F225E7-BDA7-4340-BE89-29E7CD8026A0}" dt="2026-01-16T07:57:23.544" v="1526" actId="368"/>
          <ac:spMkLst>
            <pc:docMk/>
            <pc:sldMk cId="1276437800" sldId="550"/>
            <ac:spMk id="3" creationId="{7E7A51BD-16DB-D04D-C3B5-08BA2D9B791C}"/>
          </ac:spMkLst>
        </pc:spChg>
        <pc:spChg chg="mod">
          <ac:chgData name="T N, Guruprasad (Nonstop PSD)" userId="28abc79f-3b43-4125-acb8-3b14e961e498" providerId="ADAL" clId="{81F225E7-BDA7-4340-BE89-29E7CD8026A0}" dt="2026-01-08T09:22:41.883" v="575"/>
          <ac:spMkLst>
            <pc:docMk/>
            <pc:sldMk cId="1276437800" sldId="550"/>
            <ac:spMk id="4" creationId="{6ECD3176-EE96-7924-302C-C6F742E28588}"/>
          </ac:spMkLst>
        </pc:spChg>
      </pc:sldChg>
      <pc:sldChg chg="modSp mod ord">
        <pc:chgData name="T N, Guruprasad (Nonstop PSD)" userId="28abc79f-3b43-4125-acb8-3b14e961e498" providerId="ADAL" clId="{81F225E7-BDA7-4340-BE89-29E7CD8026A0}" dt="2026-01-08T09:41:55.354" v="641" actId="20577"/>
        <pc:sldMkLst>
          <pc:docMk/>
          <pc:sldMk cId="1579045393" sldId="556"/>
        </pc:sldMkLst>
        <pc:spChg chg="mod">
          <ac:chgData name="T N, Guruprasad (Nonstop PSD)" userId="28abc79f-3b43-4125-acb8-3b14e961e498" providerId="ADAL" clId="{81F225E7-BDA7-4340-BE89-29E7CD8026A0}" dt="2026-01-08T09:41:55.354" v="641" actId="20577"/>
          <ac:spMkLst>
            <pc:docMk/>
            <pc:sldMk cId="1579045393" sldId="556"/>
            <ac:spMk id="2" creationId="{95526E32-249A-6701-AABA-30B9E75B4198}"/>
          </ac:spMkLst>
        </pc:spChg>
        <pc:spChg chg="mod">
          <ac:chgData name="T N, Guruprasad (Nonstop PSD)" userId="28abc79f-3b43-4125-acb8-3b14e961e498" providerId="ADAL" clId="{81F225E7-BDA7-4340-BE89-29E7CD8026A0}" dt="2026-01-08T09:40:10.230" v="626" actId="6549"/>
          <ac:spMkLst>
            <pc:docMk/>
            <pc:sldMk cId="1579045393" sldId="556"/>
            <ac:spMk id="3" creationId="{29B9BCD0-483B-B4A2-8874-D4271132CCB4}"/>
          </ac:spMkLst>
        </pc:spChg>
        <pc:spChg chg="mod">
          <ac:chgData name="T N, Guruprasad (Nonstop PSD)" userId="28abc79f-3b43-4125-acb8-3b14e961e498" providerId="ADAL" clId="{81F225E7-BDA7-4340-BE89-29E7CD8026A0}" dt="2026-01-08T09:22:41.883" v="575"/>
          <ac:spMkLst>
            <pc:docMk/>
            <pc:sldMk cId="1579045393" sldId="556"/>
            <ac:spMk id="4" creationId="{4D92AE04-39A7-6E0D-12E7-F44FAA4D91C6}"/>
          </ac:spMkLst>
        </pc:spChg>
      </pc:sldChg>
      <pc:sldChg chg="modSp mod">
        <pc:chgData name="T N, Guruprasad (Nonstop PSD)" userId="28abc79f-3b43-4125-acb8-3b14e961e498" providerId="ADAL" clId="{81F225E7-BDA7-4340-BE89-29E7CD8026A0}" dt="2026-01-08T09:54:06.475" v="709" actId="12"/>
        <pc:sldMkLst>
          <pc:docMk/>
          <pc:sldMk cId="3623450896" sldId="557"/>
        </pc:sldMkLst>
        <pc:spChg chg="mod">
          <ac:chgData name="T N, Guruprasad (Nonstop PSD)" userId="28abc79f-3b43-4125-acb8-3b14e961e498" providerId="ADAL" clId="{81F225E7-BDA7-4340-BE89-29E7CD8026A0}" dt="2026-01-08T09:54:06.475" v="709" actId="12"/>
          <ac:spMkLst>
            <pc:docMk/>
            <pc:sldMk cId="3623450896" sldId="557"/>
            <ac:spMk id="2" creationId="{450EF4C5-B5FC-6E28-4DAB-CA1F2DD4024B}"/>
          </ac:spMkLst>
        </pc:spChg>
        <pc:spChg chg="mod">
          <ac:chgData name="T N, Guruprasad (Nonstop PSD)" userId="28abc79f-3b43-4125-acb8-3b14e961e498" providerId="ADAL" clId="{81F225E7-BDA7-4340-BE89-29E7CD8026A0}" dt="2026-01-08T09:22:41.883" v="575"/>
          <ac:spMkLst>
            <pc:docMk/>
            <pc:sldMk cId="3623450896" sldId="557"/>
            <ac:spMk id="4" creationId="{8FE929A7-9C96-4931-C9EA-D10F9E2305C4}"/>
          </ac:spMkLst>
        </pc:spChg>
      </pc:sldChg>
      <pc:sldChg chg="modSp">
        <pc:chgData name="T N, Guruprasad (Nonstop PSD)" userId="28abc79f-3b43-4125-acb8-3b14e961e498" providerId="ADAL" clId="{81F225E7-BDA7-4340-BE89-29E7CD8026A0}" dt="2026-01-08T09:22:41.883" v="575"/>
        <pc:sldMkLst>
          <pc:docMk/>
          <pc:sldMk cId="1664656674" sldId="558"/>
        </pc:sldMkLst>
        <pc:spChg chg="mod">
          <ac:chgData name="T N, Guruprasad (Nonstop PSD)" userId="28abc79f-3b43-4125-acb8-3b14e961e498" providerId="ADAL" clId="{81F225E7-BDA7-4340-BE89-29E7CD8026A0}" dt="2026-01-08T09:22:41.883" v="575"/>
          <ac:spMkLst>
            <pc:docMk/>
            <pc:sldMk cId="1664656674" sldId="558"/>
            <ac:spMk id="4" creationId="{EC90600D-A197-4673-36F0-BF1406B0EA18}"/>
          </ac:spMkLst>
        </pc:spChg>
      </pc:sldChg>
      <pc:sldChg chg="modSp mod">
        <pc:chgData name="T N, Guruprasad (Nonstop PSD)" userId="28abc79f-3b43-4125-acb8-3b14e961e498" providerId="ADAL" clId="{81F225E7-BDA7-4340-BE89-29E7CD8026A0}" dt="2026-01-09T09:19:18.152" v="1382" actId="20577"/>
        <pc:sldMkLst>
          <pc:docMk/>
          <pc:sldMk cId="2884836169" sldId="559"/>
        </pc:sldMkLst>
        <pc:spChg chg="mod">
          <ac:chgData name="T N, Guruprasad (Nonstop PSD)" userId="28abc79f-3b43-4125-acb8-3b14e961e498" providerId="ADAL" clId="{81F225E7-BDA7-4340-BE89-29E7CD8026A0}" dt="2026-01-09T09:19:18.152" v="1382" actId="20577"/>
          <ac:spMkLst>
            <pc:docMk/>
            <pc:sldMk cId="2884836169" sldId="559"/>
            <ac:spMk id="2" creationId="{0237FB09-0F4B-2789-73B3-741A37A5C748}"/>
          </ac:spMkLst>
        </pc:spChg>
        <pc:spChg chg="mod">
          <ac:chgData name="T N, Guruprasad (Nonstop PSD)" userId="28abc79f-3b43-4125-acb8-3b14e961e498" providerId="ADAL" clId="{81F225E7-BDA7-4340-BE89-29E7CD8026A0}" dt="2026-01-08T09:52:21.450" v="657" actId="20577"/>
          <ac:spMkLst>
            <pc:docMk/>
            <pc:sldMk cId="2884836169" sldId="559"/>
            <ac:spMk id="3" creationId="{49F3BBD3-EDD1-B298-A625-C9D384CA882F}"/>
          </ac:spMkLst>
        </pc:spChg>
        <pc:spChg chg="mod">
          <ac:chgData name="T N, Guruprasad (Nonstop PSD)" userId="28abc79f-3b43-4125-acb8-3b14e961e498" providerId="ADAL" clId="{81F225E7-BDA7-4340-BE89-29E7CD8026A0}" dt="2026-01-08T09:22:41.883" v="575"/>
          <ac:spMkLst>
            <pc:docMk/>
            <pc:sldMk cId="2884836169" sldId="559"/>
            <ac:spMk id="4" creationId="{89AE677F-F028-E3DB-D440-FDDBFF665468}"/>
          </ac:spMkLst>
        </pc:spChg>
      </pc:sldChg>
      <pc:sldChg chg="modSp mod ord">
        <pc:chgData name="T N, Guruprasad (Nonstop PSD)" userId="28abc79f-3b43-4125-acb8-3b14e961e498" providerId="ADAL" clId="{81F225E7-BDA7-4340-BE89-29E7CD8026A0}" dt="2026-01-08T09:50:42.147" v="653" actId="20577"/>
        <pc:sldMkLst>
          <pc:docMk/>
          <pc:sldMk cId="3206093242" sldId="560"/>
        </pc:sldMkLst>
        <pc:spChg chg="mod">
          <ac:chgData name="T N, Guruprasad (Nonstop PSD)" userId="28abc79f-3b43-4125-acb8-3b14e961e498" providerId="ADAL" clId="{81F225E7-BDA7-4340-BE89-29E7CD8026A0}" dt="2026-01-08T09:50:42.147" v="653" actId="20577"/>
          <ac:spMkLst>
            <pc:docMk/>
            <pc:sldMk cId="3206093242" sldId="560"/>
            <ac:spMk id="2" creationId="{FFE361EC-3AAC-7DAC-4E27-D68300A604F4}"/>
          </ac:spMkLst>
        </pc:spChg>
        <pc:spChg chg="mod">
          <ac:chgData name="T N, Guruprasad (Nonstop PSD)" userId="28abc79f-3b43-4125-acb8-3b14e961e498" providerId="ADAL" clId="{81F225E7-BDA7-4340-BE89-29E7CD8026A0}" dt="2026-01-08T09:22:41.883" v="575"/>
          <ac:spMkLst>
            <pc:docMk/>
            <pc:sldMk cId="3206093242" sldId="560"/>
            <ac:spMk id="4" creationId="{41E7A9DA-66EC-A7E4-3856-8F987C6C8456}"/>
          </ac:spMkLst>
        </pc:spChg>
      </pc:sldChg>
      <pc:sldChg chg="modSp mod">
        <pc:chgData name="T N, Guruprasad (Nonstop PSD)" userId="28abc79f-3b43-4125-acb8-3b14e961e498" providerId="ADAL" clId="{81F225E7-BDA7-4340-BE89-29E7CD8026A0}" dt="2026-01-16T08:41:12.533" v="1567" actId="27636"/>
        <pc:sldMkLst>
          <pc:docMk/>
          <pc:sldMk cId="1455768385" sldId="562"/>
        </pc:sldMkLst>
        <pc:spChg chg="mod">
          <ac:chgData name="T N, Guruprasad (Nonstop PSD)" userId="28abc79f-3b43-4125-acb8-3b14e961e498" providerId="ADAL" clId="{81F225E7-BDA7-4340-BE89-29E7CD8026A0}" dt="2026-01-16T08:41:12.533" v="1567" actId="27636"/>
          <ac:spMkLst>
            <pc:docMk/>
            <pc:sldMk cId="1455768385" sldId="562"/>
            <ac:spMk id="2" creationId="{3955CA27-E580-7C7A-F176-F5853B511DF8}"/>
          </ac:spMkLst>
        </pc:spChg>
        <pc:spChg chg="mod">
          <ac:chgData name="T N, Guruprasad (Nonstop PSD)" userId="28abc79f-3b43-4125-acb8-3b14e961e498" providerId="ADAL" clId="{81F225E7-BDA7-4340-BE89-29E7CD8026A0}" dt="2026-01-08T09:22:41.883" v="575"/>
          <ac:spMkLst>
            <pc:docMk/>
            <pc:sldMk cId="1455768385" sldId="562"/>
            <ac:spMk id="4" creationId="{9786E00E-2A07-AD81-DFA6-2DE9F1526755}"/>
          </ac:spMkLst>
        </pc:spChg>
      </pc:sldChg>
      <pc:sldChg chg="modSp">
        <pc:chgData name="T N, Guruprasad (Nonstop PSD)" userId="28abc79f-3b43-4125-acb8-3b14e961e498" providerId="ADAL" clId="{81F225E7-BDA7-4340-BE89-29E7CD8026A0}" dt="2026-01-08T09:22:41.883" v="575"/>
        <pc:sldMkLst>
          <pc:docMk/>
          <pc:sldMk cId="2263352404" sldId="563"/>
        </pc:sldMkLst>
        <pc:spChg chg="mod">
          <ac:chgData name="T N, Guruprasad (Nonstop PSD)" userId="28abc79f-3b43-4125-acb8-3b14e961e498" providerId="ADAL" clId="{81F225E7-BDA7-4340-BE89-29E7CD8026A0}" dt="2026-01-08T09:22:41.883" v="575"/>
          <ac:spMkLst>
            <pc:docMk/>
            <pc:sldMk cId="2263352404" sldId="563"/>
            <ac:spMk id="4" creationId="{F9945D5A-8518-3943-2CCB-17B4950E2CF7}"/>
          </ac:spMkLst>
        </pc:spChg>
      </pc:sldChg>
      <pc:sldChg chg="modSp mod">
        <pc:chgData name="T N, Guruprasad (Nonstop PSD)" userId="28abc79f-3b43-4125-acb8-3b14e961e498" providerId="ADAL" clId="{81F225E7-BDA7-4340-BE89-29E7CD8026A0}" dt="2026-01-16T08:03:51.552" v="1561" actId="6549"/>
        <pc:sldMkLst>
          <pc:docMk/>
          <pc:sldMk cId="4020719177" sldId="564"/>
        </pc:sldMkLst>
        <pc:spChg chg="mod">
          <ac:chgData name="T N, Guruprasad (Nonstop PSD)" userId="28abc79f-3b43-4125-acb8-3b14e961e498" providerId="ADAL" clId="{81F225E7-BDA7-4340-BE89-29E7CD8026A0}" dt="2026-01-16T08:03:51.552" v="1561" actId="6549"/>
          <ac:spMkLst>
            <pc:docMk/>
            <pc:sldMk cId="4020719177" sldId="564"/>
            <ac:spMk id="2" creationId="{65B262A5-273D-D40E-BDE0-243F015B24B2}"/>
          </ac:spMkLst>
        </pc:spChg>
        <pc:spChg chg="mod">
          <ac:chgData name="T N, Guruprasad (Nonstop PSD)" userId="28abc79f-3b43-4125-acb8-3b14e961e498" providerId="ADAL" clId="{81F225E7-BDA7-4340-BE89-29E7CD8026A0}" dt="2026-01-08T09:22:41.883" v="575"/>
          <ac:spMkLst>
            <pc:docMk/>
            <pc:sldMk cId="4020719177" sldId="564"/>
            <ac:spMk id="4" creationId="{2AB610D0-30DC-E4D7-FA16-48BC577AB265}"/>
          </ac:spMkLst>
        </pc:spChg>
      </pc:sldChg>
      <pc:sldChg chg="modSp">
        <pc:chgData name="T N, Guruprasad (Nonstop PSD)" userId="28abc79f-3b43-4125-acb8-3b14e961e498" providerId="ADAL" clId="{81F225E7-BDA7-4340-BE89-29E7CD8026A0}" dt="2026-01-08T09:22:41.883" v="575"/>
        <pc:sldMkLst>
          <pc:docMk/>
          <pc:sldMk cId="3772653178" sldId="565"/>
        </pc:sldMkLst>
        <pc:spChg chg="mod">
          <ac:chgData name="T N, Guruprasad (Nonstop PSD)" userId="28abc79f-3b43-4125-acb8-3b14e961e498" providerId="ADAL" clId="{81F225E7-BDA7-4340-BE89-29E7CD8026A0}" dt="2026-01-08T09:22:41.883" v="575"/>
          <ac:spMkLst>
            <pc:docMk/>
            <pc:sldMk cId="3772653178" sldId="565"/>
            <ac:spMk id="4" creationId="{66FB3FB2-3AE0-C886-53C2-595D5FA69B8D}"/>
          </ac:spMkLst>
        </pc:spChg>
      </pc:sldChg>
      <pc:sldChg chg="modSp mod">
        <pc:chgData name="T N, Guruprasad (Nonstop PSD)" userId="28abc79f-3b43-4125-acb8-3b14e961e498" providerId="ADAL" clId="{81F225E7-BDA7-4340-BE89-29E7CD8026A0}" dt="2026-01-09T04:59:35.380" v="1274" actId="27636"/>
        <pc:sldMkLst>
          <pc:docMk/>
          <pc:sldMk cId="3417240543" sldId="566"/>
        </pc:sldMkLst>
        <pc:spChg chg="mod">
          <ac:chgData name="T N, Guruprasad (Nonstop PSD)" userId="28abc79f-3b43-4125-acb8-3b14e961e498" providerId="ADAL" clId="{81F225E7-BDA7-4340-BE89-29E7CD8026A0}" dt="2026-01-09T04:59:35.380" v="1274" actId="27636"/>
          <ac:spMkLst>
            <pc:docMk/>
            <pc:sldMk cId="3417240543" sldId="566"/>
            <ac:spMk id="2" creationId="{EF820C6F-E92D-C4E4-D489-164108FC49DC}"/>
          </ac:spMkLst>
        </pc:spChg>
        <pc:spChg chg="mod">
          <ac:chgData name="T N, Guruprasad (Nonstop PSD)" userId="28abc79f-3b43-4125-acb8-3b14e961e498" providerId="ADAL" clId="{81F225E7-BDA7-4340-BE89-29E7CD8026A0}" dt="2026-01-08T09:22:41.883" v="575"/>
          <ac:spMkLst>
            <pc:docMk/>
            <pc:sldMk cId="3417240543" sldId="566"/>
            <ac:spMk id="4" creationId="{D6A3EA3F-4A71-189F-6C90-B1178043CC45}"/>
          </ac:spMkLst>
        </pc:spChg>
      </pc:sldChg>
      <pc:sldChg chg="modSp mod">
        <pc:chgData name="T N, Guruprasad (Nonstop PSD)" userId="28abc79f-3b43-4125-acb8-3b14e961e498" providerId="ADAL" clId="{81F225E7-BDA7-4340-BE89-29E7CD8026A0}" dt="2026-01-08T13:23:59.834" v="1084" actId="20577"/>
        <pc:sldMkLst>
          <pc:docMk/>
          <pc:sldMk cId="275265943" sldId="567"/>
        </pc:sldMkLst>
        <pc:spChg chg="mod">
          <ac:chgData name="T N, Guruprasad (Nonstop PSD)" userId="28abc79f-3b43-4125-acb8-3b14e961e498" providerId="ADAL" clId="{81F225E7-BDA7-4340-BE89-29E7CD8026A0}" dt="2026-01-08T13:23:59.834" v="1084" actId="20577"/>
          <ac:spMkLst>
            <pc:docMk/>
            <pc:sldMk cId="275265943" sldId="567"/>
            <ac:spMk id="2" creationId="{9C02DAF1-6EE3-14BF-719C-DA85E08400D2}"/>
          </ac:spMkLst>
        </pc:spChg>
        <pc:spChg chg="mod">
          <ac:chgData name="T N, Guruprasad (Nonstop PSD)" userId="28abc79f-3b43-4125-acb8-3b14e961e498" providerId="ADAL" clId="{81F225E7-BDA7-4340-BE89-29E7CD8026A0}" dt="2026-01-08T09:22:41.883" v="575"/>
          <ac:spMkLst>
            <pc:docMk/>
            <pc:sldMk cId="275265943" sldId="567"/>
            <ac:spMk id="4" creationId="{07BCB9CB-09C5-7F06-668E-DB364FDBF9C0}"/>
          </ac:spMkLst>
        </pc:spChg>
      </pc:sldChg>
      <pc:sldChg chg="modSp add mod">
        <pc:chgData name="T N, Guruprasad (Nonstop PSD)" userId="28abc79f-3b43-4125-acb8-3b14e961e498" providerId="ADAL" clId="{81F225E7-BDA7-4340-BE89-29E7CD8026A0}" dt="2026-01-11T08:11:12.101" v="1385" actId="207"/>
        <pc:sldMkLst>
          <pc:docMk/>
          <pc:sldMk cId="3416094573" sldId="568"/>
        </pc:sldMkLst>
        <pc:spChg chg="mod">
          <ac:chgData name="T N, Guruprasad (Nonstop PSD)" userId="28abc79f-3b43-4125-acb8-3b14e961e498" providerId="ADAL" clId="{81F225E7-BDA7-4340-BE89-29E7CD8026A0}" dt="2026-01-11T08:11:12.101" v="1385" actId="207"/>
          <ac:spMkLst>
            <pc:docMk/>
            <pc:sldMk cId="3416094573" sldId="568"/>
            <ac:spMk id="2" creationId="{510D5B9E-6811-270E-29AE-422F05BC80E0}"/>
          </ac:spMkLst>
        </pc:spChg>
      </pc:sldChg>
      <pc:sldChg chg="modSp new mod">
        <pc:chgData name="T N, Guruprasad (Nonstop PSD)" userId="28abc79f-3b43-4125-acb8-3b14e961e498" providerId="ADAL" clId="{81F225E7-BDA7-4340-BE89-29E7CD8026A0}" dt="2026-01-09T05:00:31.989" v="1277" actId="20577"/>
        <pc:sldMkLst>
          <pc:docMk/>
          <pc:sldMk cId="308473147" sldId="569"/>
        </pc:sldMkLst>
        <pc:spChg chg="mod">
          <ac:chgData name="T N, Guruprasad (Nonstop PSD)" userId="28abc79f-3b43-4125-acb8-3b14e961e498" providerId="ADAL" clId="{81F225E7-BDA7-4340-BE89-29E7CD8026A0}" dt="2026-01-09T05:00:26.221" v="1275" actId="2711"/>
          <ac:spMkLst>
            <pc:docMk/>
            <pc:sldMk cId="308473147" sldId="569"/>
            <ac:spMk id="2" creationId="{F691950B-61D9-8E01-7A81-0A3647AED93B}"/>
          </ac:spMkLst>
        </pc:spChg>
        <pc:spChg chg="mod">
          <ac:chgData name="T N, Guruprasad (Nonstop PSD)" userId="28abc79f-3b43-4125-acb8-3b14e961e498" providerId="ADAL" clId="{81F225E7-BDA7-4340-BE89-29E7CD8026A0}" dt="2026-01-09T05:00:31.989" v="1277" actId="20577"/>
          <ac:spMkLst>
            <pc:docMk/>
            <pc:sldMk cId="308473147" sldId="569"/>
            <ac:spMk id="3" creationId="{B915E870-60A4-5BC4-D59F-14CAB6319F69}"/>
          </ac:spMkLst>
        </pc:spChg>
      </pc:sldChg>
      <pc:sldChg chg="modSp add del mod">
        <pc:chgData name="T N, Guruprasad (Nonstop PSD)" userId="28abc79f-3b43-4125-acb8-3b14e961e498" providerId="ADAL" clId="{81F225E7-BDA7-4340-BE89-29E7CD8026A0}" dt="2026-01-16T06:37:21.218" v="1523" actId="2696"/>
        <pc:sldMkLst>
          <pc:docMk/>
          <pc:sldMk cId="1607714266" sldId="570"/>
        </pc:sldMkLst>
        <pc:spChg chg="mod">
          <ac:chgData name="T N, Guruprasad (Nonstop PSD)" userId="28abc79f-3b43-4125-acb8-3b14e961e498" providerId="ADAL" clId="{81F225E7-BDA7-4340-BE89-29E7CD8026A0}" dt="2026-01-16T06:36:57.783" v="1522" actId="13926"/>
          <ac:spMkLst>
            <pc:docMk/>
            <pc:sldMk cId="1607714266" sldId="570"/>
            <ac:spMk id="2" creationId="{9EA2E51B-F58A-4BF1-80DA-AD2C1C95E859}"/>
          </ac:spMkLst>
        </pc:spChg>
      </pc:sldChg>
      <pc:sldMasterChg chg="modSp modSldLayout">
        <pc:chgData name="T N, Guruprasad (Nonstop PSD)" userId="28abc79f-3b43-4125-acb8-3b14e961e498" providerId="ADAL" clId="{81F225E7-BDA7-4340-BE89-29E7CD8026A0}" dt="2026-01-08T09:22:41.883" v="575"/>
        <pc:sldMasterMkLst>
          <pc:docMk/>
          <pc:sldMasterMk cId="169189763" sldId="2147483649"/>
        </pc:sldMasterMkLst>
        <pc:spChg chg="mod">
          <ac:chgData name="T N, Guruprasad (Nonstop PSD)" userId="28abc79f-3b43-4125-acb8-3b14e961e498" providerId="ADAL" clId="{81F225E7-BDA7-4340-BE89-29E7CD8026A0}" dt="2026-01-08T09:22:41.883" v="575"/>
          <ac:spMkLst>
            <pc:docMk/>
            <pc:sldMasterMk cId="169189763" sldId="2147483649"/>
            <ac:spMk id="5" creationId="{01A71E9D-0BF7-DA0E-7278-50E9B0995789}"/>
          </ac:spMkLst>
        </pc:spChg>
        <pc:sldLayoutChg chg="modSp">
          <pc:chgData name="T N, Guruprasad (Nonstop PSD)" userId="28abc79f-3b43-4125-acb8-3b14e961e498" providerId="ADAL" clId="{81F225E7-BDA7-4340-BE89-29E7CD8026A0}" dt="2026-01-08T09:22:41.883" v="575"/>
          <pc:sldLayoutMkLst>
            <pc:docMk/>
            <pc:sldMasterMk cId="169189763" sldId="2147483649"/>
            <pc:sldLayoutMk cId="164521119" sldId="2147483650"/>
          </pc:sldLayoutMkLst>
          <pc:spChg chg="mod">
            <ac:chgData name="T N, Guruprasad (Nonstop PSD)" userId="28abc79f-3b43-4125-acb8-3b14e961e498" providerId="ADAL" clId="{81F225E7-BDA7-4340-BE89-29E7CD8026A0}" dt="2026-01-08T09:22:41.883" v="575"/>
            <ac:spMkLst>
              <pc:docMk/>
              <pc:sldMasterMk cId="169189763" sldId="2147483649"/>
              <pc:sldLayoutMk cId="164521119" sldId="2147483650"/>
              <ac:spMk id="2" creationId="{DBE2E1BB-CE0A-BA4E-62F3-C11C72B14BDB}"/>
            </ac:spMkLst>
          </pc:spChg>
        </pc:sldLayoutChg>
        <pc:sldLayoutChg chg="modSp">
          <pc:chgData name="T N, Guruprasad (Nonstop PSD)" userId="28abc79f-3b43-4125-acb8-3b14e961e498" providerId="ADAL" clId="{81F225E7-BDA7-4340-BE89-29E7CD8026A0}" dt="2026-01-08T09:22:41.883" v="575"/>
          <pc:sldLayoutMkLst>
            <pc:docMk/>
            <pc:sldMasterMk cId="169189763" sldId="2147483649"/>
            <pc:sldLayoutMk cId="141761001" sldId="2147483651"/>
          </pc:sldLayoutMkLst>
          <pc:spChg chg="mod">
            <ac:chgData name="T N, Guruprasad (Nonstop PSD)" userId="28abc79f-3b43-4125-acb8-3b14e961e498" providerId="ADAL" clId="{81F225E7-BDA7-4340-BE89-29E7CD8026A0}" dt="2026-01-08T09:22:41.883" v="575"/>
            <ac:spMkLst>
              <pc:docMk/>
              <pc:sldMasterMk cId="169189763" sldId="2147483649"/>
              <pc:sldLayoutMk cId="141761001" sldId="2147483651"/>
              <ac:spMk id="4" creationId="{4C7E62B9-7B57-1325-41F8-B563932F3294}"/>
            </ac:spMkLst>
          </pc:spChg>
        </pc:sldLayoutChg>
        <pc:sldLayoutChg chg="modSp">
          <pc:chgData name="T N, Guruprasad (Nonstop PSD)" userId="28abc79f-3b43-4125-acb8-3b14e961e498" providerId="ADAL" clId="{81F225E7-BDA7-4340-BE89-29E7CD8026A0}" dt="2026-01-08T09:22:41.883" v="575"/>
          <pc:sldLayoutMkLst>
            <pc:docMk/>
            <pc:sldMasterMk cId="169189763" sldId="2147483649"/>
            <pc:sldLayoutMk cId="660554117" sldId="2147483652"/>
          </pc:sldLayoutMkLst>
          <pc:spChg chg="mod">
            <ac:chgData name="T N, Guruprasad (Nonstop PSD)" userId="28abc79f-3b43-4125-acb8-3b14e961e498" providerId="ADAL" clId="{81F225E7-BDA7-4340-BE89-29E7CD8026A0}" dt="2026-01-08T09:22:41.883" v="575"/>
            <ac:spMkLst>
              <pc:docMk/>
              <pc:sldMasterMk cId="169189763" sldId="2147483649"/>
              <pc:sldLayoutMk cId="660554117" sldId="2147483652"/>
              <ac:spMk id="3" creationId="{28D69DFE-88C2-F477-D6FA-5A27957CC5C4}"/>
            </ac:spMkLst>
          </pc:spChg>
        </pc:sldLayoutChg>
        <pc:sldLayoutChg chg="modSp">
          <pc:chgData name="T N, Guruprasad (Nonstop PSD)" userId="28abc79f-3b43-4125-acb8-3b14e961e498" providerId="ADAL" clId="{81F225E7-BDA7-4340-BE89-29E7CD8026A0}" dt="2026-01-08T09:22:41.883" v="575"/>
          <pc:sldLayoutMkLst>
            <pc:docMk/>
            <pc:sldMasterMk cId="169189763" sldId="2147483649"/>
            <pc:sldLayoutMk cId="2694777561" sldId="2147483654"/>
          </pc:sldLayoutMkLst>
          <pc:spChg chg="mod">
            <ac:chgData name="T N, Guruprasad (Nonstop PSD)" userId="28abc79f-3b43-4125-acb8-3b14e961e498" providerId="ADAL" clId="{81F225E7-BDA7-4340-BE89-29E7CD8026A0}" dt="2026-01-08T09:22:41.883" v="575"/>
            <ac:spMkLst>
              <pc:docMk/>
              <pc:sldMasterMk cId="169189763" sldId="2147483649"/>
              <pc:sldLayoutMk cId="2694777561" sldId="2147483654"/>
              <ac:spMk id="3" creationId="{585DF01E-4205-00B8-31D5-62F133D646AA}"/>
            </ac:spMkLst>
          </pc:spChg>
        </pc:sldLayoutChg>
        <pc:sldLayoutChg chg="modSp">
          <pc:chgData name="T N, Guruprasad (Nonstop PSD)" userId="28abc79f-3b43-4125-acb8-3b14e961e498" providerId="ADAL" clId="{81F225E7-BDA7-4340-BE89-29E7CD8026A0}" dt="2026-01-08T09:22:41.883" v="575"/>
          <pc:sldLayoutMkLst>
            <pc:docMk/>
            <pc:sldMasterMk cId="169189763" sldId="2147483649"/>
            <pc:sldLayoutMk cId="1459857069" sldId="2147483656"/>
          </pc:sldLayoutMkLst>
          <pc:spChg chg="mod">
            <ac:chgData name="T N, Guruprasad (Nonstop PSD)" userId="28abc79f-3b43-4125-acb8-3b14e961e498" providerId="ADAL" clId="{81F225E7-BDA7-4340-BE89-29E7CD8026A0}" dt="2026-01-08T09:22:41.883" v="575"/>
            <ac:spMkLst>
              <pc:docMk/>
              <pc:sldMasterMk cId="169189763" sldId="2147483649"/>
              <pc:sldLayoutMk cId="1459857069" sldId="2147483656"/>
              <ac:spMk id="5" creationId="{37F33158-1754-653B-F011-1E6EDDA861C0}"/>
            </ac:spMkLst>
          </pc:spChg>
        </pc:sldLayoutChg>
        <pc:sldLayoutChg chg="modSp">
          <pc:chgData name="T N, Guruprasad (Nonstop PSD)" userId="28abc79f-3b43-4125-acb8-3b14e961e498" providerId="ADAL" clId="{81F225E7-BDA7-4340-BE89-29E7CD8026A0}" dt="2026-01-08T09:22:41.883" v="575"/>
          <pc:sldLayoutMkLst>
            <pc:docMk/>
            <pc:sldMasterMk cId="169189763" sldId="2147483649"/>
            <pc:sldLayoutMk cId="1892728159" sldId="2147483657"/>
          </pc:sldLayoutMkLst>
          <pc:spChg chg="mod">
            <ac:chgData name="T N, Guruprasad (Nonstop PSD)" userId="28abc79f-3b43-4125-acb8-3b14e961e498" providerId="ADAL" clId="{81F225E7-BDA7-4340-BE89-29E7CD8026A0}" dt="2026-01-08T09:22:41.883" v="575"/>
            <ac:spMkLst>
              <pc:docMk/>
              <pc:sldMasterMk cId="169189763" sldId="2147483649"/>
              <pc:sldLayoutMk cId="1892728159" sldId="2147483657"/>
              <ac:spMk id="4" creationId="{286C1509-153F-BD27-73E3-F87006A3EC56}"/>
            </ac:spMkLst>
          </pc:spChg>
        </pc:sldLayoutChg>
        <pc:sldLayoutChg chg="modSp">
          <pc:chgData name="T N, Guruprasad (Nonstop PSD)" userId="28abc79f-3b43-4125-acb8-3b14e961e498" providerId="ADAL" clId="{81F225E7-BDA7-4340-BE89-29E7CD8026A0}" dt="2026-01-08T09:22:41.883" v="575"/>
          <pc:sldLayoutMkLst>
            <pc:docMk/>
            <pc:sldMasterMk cId="169189763" sldId="2147483649"/>
            <pc:sldLayoutMk cId="179301380" sldId="2147483658"/>
          </pc:sldLayoutMkLst>
          <pc:spChg chg="mod">
            <ac:chgData name="T N, Guruprasad (Nonstop PSD)" userId="28abc79f-3b43-4125-acb8-3b14e961e498" providerId="ADAL" clId="{81F225E7-BDA7-4340-BE89-29E7CD8026A0}" dt="2026-01-08T09:22:41.883" v="575"/>
            <ac:spMkLst>
              <pc:docMk/>
              <pc:sldMasterMk cId="169189763" sldId="2147483649"/>
              <pc:sldLayoutMk cId="179301380" sldId="2147483658"/>
              <ac:spMk id="5" creationId="{723C35D8-793D-910E-958E-12734E9433D1}"/>
            </ac:spMkLst>
          </pc:spChg>
        </pc:sldLayoutChg>
        <pc:sldLayoutChg chg="modSp">
          <pc:chgData name="T N, Guruprasad (Nonstop PSD)" userId="28abc79f-3b43-4125-acb8-3b14e961e498" providerId="ADAL" clId="{81F225E7-BDA7-4340-BE89-29E7CD8026A0}" dt="2026-01-08T09:22:41.883" v="575"/>
          <pc:sldLayoutMkLst>
            <pc:docMk/>
            <pc:sldMasterMk cId="169189763" sldId="2147483649"/>
            <pc:sldLayoutMk cId="2113751824" sldId="2147483659"/>
          </pc:sldLayoutMkLst>
          <pc:spChg chg="mod">
            <ac:chgData name="T N, Guruprasad (Nonstop PSD)" userId="28abc79f-3b43-4125-acb8-3b14e961e498" providerId="ADAL" clId="{81F225E7-BDA7-4340-BE89-29E7CD8026A0}" dt="2026-01-08T09:22:41.883" v="575"/>
            <ac:spMkLst>
              <pc:docMk/>
              <pc:sldMasterMk cId="169189763" sldId="2147483649"/>
              <pc:sldLayoutMk cId="2113751824" sldId="2147483659"/>
              <ac:spMk id="2" creationId="{6D7B23CD-0964-2C4F-2645-F616DF81D059}"/>
            </ac:spMkLst>
          </pc:spChg>
        </pc:sldLayoutChg>
        <pc:sldLayoutChg chg="modSp">
          <pc:chgData name="T N, Guruprasad (Nonstop PSD)" userId="28abc79f-3b43-4125-acb8-3b14e961e498" providerId="ADAL" clId="{81F225E7-BDA7-4340-BE89-29E7CD8026A0}" dt="2026-01-08T09:22:41.883" v="575"/>
          <pc:sldLayoutMkLst>
            <pc:docMk/>
            <pc:sldMasterMk cId="169189763" sldId="2147483649"/>
            <pc:sldLayoutMk cId="408407719" sldId="2147483661"/>
          </pc:sldLayoutMkLst>
          <pc:spChg chg="mod">
            <ac:chgData name="T N, Guruprasad (Nonstop PSD)" userId="28abc79f-3b43-4125-acb8-3b14e961e498" providerId="ADAL" clId="{81F225E7-BDA7-4340-BE89-29E7CD8026A0}" dt="2026-01-08T09:22:41.883" v="575"/>
            <ac:spMkLst>
              <pc:docMk/>
              <pc:sldMasterMk cId="169189763" sldId="2147483649"/>
              <pc:sldLayoutMk cId="408407719" sldId="2147483661"/>
              <ac:spMk id="3" creationId="{88B1FDE8-1311-7248-18A8-D4800084C25E}"/>
            </ac:spMkLst>
          </pc:spChg>
        </pc:sldLayoutChg>
        <pc:sldLayoutChg chg="modSp">
          <pc:chgData name="T N, Guruprasad (Nonstop PSD)" userId="28abc79f-3b43-4125-acb8-3b14e961e498" providerId="ADAL" clId="{81F225E7-BDA7-4340-BE89-29E7CD8026A0}" dt="2026-01-08T09:22:41.883" v="575"/>
          <pc:sldLayoutMkLst>
            <pc:docMk/>
            <pc:sldMasterMk cId="169189763" sldId="2147483649"/>
            <pc:sldLayoutMk cId="911733838" sldId="2147483662"/>
          </pc:sldLayoutMkLst>
          <pc:spChg chg="mod">
            <ac:chgData name="T N, Guruprasad (Nonstop PSD)" userId="28abc79f-3b43-4125-acb8-3b14e961e498" providerId="ADAL" clId="{81F225E7-BDA7-4340-BE89-29E7CD8026A0}" dt="2026-01-08T09:22:41.883" v="575"/>
            <ac:spMkLst>
              <pc:docMk/>
              <pc:sldMasterMk cId="169189763" sldId="2147483649"/>
              <pc:sldLayoutMk cId="911733838" sldId="2147483662"/>
              <ac:spMk id="4" creationId="{B06B5E63-2A42-E758-4078-93602512C48E}"/>
            </ac:spMkLst>
          </pc:spChg>
        </pc:sldLayoutChg>
        <pc:sldLayoutChg chg="modSp">
          <pc:chgData name="T N, Guruprasad (Nonstop PSD)" userId="28abc79f-3b43-4125-acb8-3b14e961e498" providerId="ADAL" clId="{81F225E7-BDA7-4340-BE89-29E7CD8026A0}" dt="2026-01-08T09:22:41.883" v="575"/>
          <pc:sldLayoutMkLst>
            <pc:docMk/>
            <pc:sldMasterMk cId="169189763" sldId="2147483649"/>
            <pc:sldLayoutMk cId="4137079683" sldId="2147483665"/>
          </pc:sldLayoutMkLst>
          <pc:spChg chg="mod">
            <ac:chgData name="T N, Guruprasad (Nonstop PSD)" userId="28abc79f-3b43-4125-acb8-3b14e961e498" providerId="ADAL" clId="{81F225E7-BDA7-4340-BE89-29E7CD8026A0}" dt="2026-01-08T09:22:41.883" v="575"/>
            <ac:spMkLst>
              <pc:docMk/>
              <pc:sldMasterMk cId="169189763" sldId="2147483649"/>
              <pc:sldLayoutMk cId="4137079683" sldId="2147483665"/>
              <ac:spMk id="4" creationId="{CE1CB3F7-BD80-2E75-509D-9F8010556A92}"/>
            </ac:spMkLst>
          </pc:spChg>
        </pc:sldLayoutChg>
        <pc:sldLayoutChg chg="modSp">
          <pc:chgData name="T N, Guruprasad (Nonstop PSD)" userId="28abc79f-3b43-4125-acb8-3b14e961e498" providerId="ADAL" clId="{81F225E7-BDA7-4340-BE89-29E7CD8026A0}" dt="2026-01-08T09:22:41.883" v="575"/>
          <pc:sldLayoutMkLst>
            <pc:docMk/>
            <pc:sldMasterMk cId="169189763" sldId="2147483649"/>
            <pc:sldLayoutMk cId="2191412062" sldId="2147483673"/>
          </pc:sldLayoutMkLst>
          <pc:spChg chg="mod">
            <ac:chgData name="T N, Guruprasad (Nonstop PSD)" userId="28abc79f-3b43-4125-acb8-3b14e961e498" providerId="ADAL" clId="{81F225E7-BDA7-4340-BE89-29E7CD8026A0}" dt="2026-01-08T09:22:41.883" v="575"/>
            <ac:spMkLst>
              <pc:docMk/>
              <pc:sldMasterMk cId="169189763" sldId="2147483649"/>
              <pc:sldLayoutMk cId="2191412062" sldId="2147483673"/>
              <ac:spMk id="2" creationId="{6DCBED57-19AD-707F-6DA8-8B468453C59B}"/>
            </ac:spMkLst>
          </pc:spChg>
        </pc:sldLayoutChg>
        <pc:sldLayoutChg chg="modSp">
          <pc:chgData name="T N, Guruprasad (Nonstop PSD)" userId="28abc79f-3b43-4125-acb8-3b14e961e498" providerId="ADAL" clId="{81F225E7-BDA7-4340-BE89-29E7CD8026A0}" dt="2026-01-08T09:22:41.883" v="575"/>
          <pc:sldLayoutMkLst>
            <pc:docMk/>
            <pc:sldMasterMk cId="169189763" sldId="2147483649"/>
            <pc:sldLayoutMk cId="3806158911" sldId="2147483682"/>
          </pc:sldLayoutMkLst>
          <pc:spChg chg="mod">
            <ac:chgData name="T N, Guruprasad (Nonstop PSD)" userId="28abc79f-3b43-4125-acb8-3b14e961e498" providerId="ADAL" clId="{81F225E7-BDA7-4340-BE89-29E7CD8026A0}" dt="2026-01-08T09:22:41.883" v="575"/>
            <ac:spMkLst>
              <pc:docMk/>
              <pc:sldMasterMk cId="169189763" sldId="2147483649"/>
              <pc:sldLayoutMk cId="3806158911" sldId="2147483682"/>
              <ac:spMk id="2" creationId="{21BA14BF-4CB3-F25B-80B2-5B579ED3869A}"/>
            </ac:spMkLst>
          </pc:spChg>
        </pc:sldLayoutChg>
        <pc:sldLayoutChg chg="modSp">
          <pc:chgData name="T N, Guruprasad (Nonstop PSD)" userId="28abc79f-3b43-4125-acb8-3b14e961e498" providerId="ADAL" clId="{81F225E7-BDA7-4340-BE89-29E7CD8026A0}" dt="2026-01-08T09:22:41.883" v="575"/>
          <pc:sldLayoutMkLst>
            <pc:docMk/>
            <pc:sldMasterMk cId="169189763" sldId="2147483649"/>
            <pc:sldLayoutMk cId="1919467651" sldId="2147483683"/>
          </pc:sldLayoutMkLst>
          <pc:spChg chg="mod">
            <ac:chgData name="T N, Guruprasad (Nonstop PSD)" userId="28abc79f-3b43-4125-acb8-3b14e961e498" providerId="ADAL" clId="{81F225E7-BDA7-4340-BE89-29E7CD8026A0}" dt="2026-01-08T09:22:41.883" v="575"/>
            <ac:spMkLst>
              <pc:docMk/>
              <pc:sldMasterMk cId="169189763" sldId="2147483649"/>
              <pc:sldLayoutMk cId="1919467651" sldId="2147483683"/>
              <ac:spMk id="3" creationId="{22C4FC89-98CE-BBFA-D898-76DCDE986AA5}"/>
            </ac:spMkLst>
          </pc:spChg>
        </pc:sldLayoutChg>
        <pc:sldLayoutChg chg="modSp">
          <pc:chgData name="T N, Guruprasad (Nonstop PSD)" userId="28abc79f-3b43-4125-acb8-3b14e961e498" providerId="ADAL" clId="{81F225E7-BDA7-4340-BE89-29E7CD8026A0}" dt="2026-01-08T09:22:41.883" v="575"/>
          <pc:sldLayoutMkLst>
            <pc:docMk/>
            <pc:sldMasterMk cId="169189763" sldId="2147483649"/>
            <pc:sldLayoutMk cId="1865522641" sldId="2147483684"/>
          </pc:sldLayoutMkLst>
          <pc:spChg chg="mod">
            <ac:chgData name="T N, Guruprasad (Nonstop PSD)" userId="28abc79f-3b43-4125-acb8-3b14e961e498" providerId="ADAL" clId="{81F225E7-BDA7-4340-BE89-29E7CD8026A0}" dt="2026-01-08T09:22:41.883" v="575"/>
            <ac:spMkLst>
              <pc:docMk/>
              <pc:sldMasterMk cId="169189763" sldId="2147483649"/>
              <pc:sldLayoutMk cId="1865522641" sldId="2147483684"/>
              <ac:spMk id="2" creationId="{5D7AC752-1063-D945-4038-6C1905F0CC4D}"/>
            </ac:spMkLst>
          </pc:spChg>
        </pc:sldLayoutChg>
        <pc:sldLayoutChg chg="modSp">
          <pc:chgData name="T N, Guruprasad (Nonstop PSD)" userId="28abc79f-3b43-4125-acb8-3b14e961e498" providerId="ADAL" clId="{81F225E7-BDA7-4340-BE89-29E7CD8026A0}" dt="2026-01-08T09:22:41.883" v="575"/>
          <pc:sldLayoutMkLst>
            <pc:docMk/>
            <pc:sldMasterMk cId="169189763" sldId="2147483649"/>
            <pc:sldLayoutMk cId="3582871191" sldId="2147483685"/>
          </pc:sldLayoutMkLst>
          <pc:spChg chg="mod">
            <ac:chgData name="T N, Guruprasad (Nonstop PSD)" userId="28abc79f-3b43-4125-acb8-3b14e961e498" providerId="ADAL" clId="{81F225E7-BDA7-4340-BE89-29E7CD8026A0}" dt="2026-01-08T09:22:41.883" v="575"/>
            <ac:spMkLst>
              <pc:docMk/>
              <pc:sldMasterMk cId="169189763" sldId="2147483649"/>
              <pc:sldLayoutMk cId="3582871191" sldId="2147483685"/>
              <ac:spMk id="3" creationId="{7FEAC085-14E9-0648-9F2A-D3AD872D9768}"/>
            </ac:spMkLst>
          </pc:spChg>
        </pc:sldLayoutChg>
        <pc:sldLayoutChg chg="modSp">
          <pc:chgData name="T N, Guruprasad (Nonstop PSD)" userId="28abc79f-3b43-4125-acb8-3b14e961e498" providerId="ADAL" clId="{81F225E7-BDA7-4340-BE89-29E7CD8026A0}" dt="2026-01-08T09:22:41.883" v="575"/>
          <pc:sldLayoutMkLst>
            <pc:docMk/>
            <pc:sldMasterMk cId="169189763" sldId="2147483649"/>
            <pc:sldLayoutMk cId="3241522589" sldId="2147483686"/>
          </pc:sldLayoutMkLst>
          <pc:spChg chg="mod">
            <ac:chgData name="T N, Guruprasad (Nonstop PSD)" userId="28abc79f-3b43-4125-acb8-3b14e961e498" providerId="ADAL" clId="{81F225E7-BDA7-4340-BE89-29E7CD8026A0}" dt="2026-01-08T09:22:41.883" v="575"/>
            <ac:spMkLst>
              <pc:docMk/>
              <pc:sldMasterMk cId="169189763" sldId="2147483649"/>
              <pc:sldLayoutMk cId="3241522589" sldId="2147483686"/>
              <ac:spMk id="3" creationId="{9058DE96-548B-9145-85BC-5AF5D7253799}"/>
            </ac:spMkLst>
          </pc:spChg>
        </pc:sldLayoutChg>
        <pc:sldLayoutChg chg="modSp">
          <pc:chgData name="T N, Guruprasad (Nonstop PSD)" userId="28abc79f-3b43-4125-acb8-3b14e961e498" providerId="ADAL" clId="{81F225E7-BDA7-4340-BE89-29E7CD8026A0}" dt="2026-01-08T09:22:41.883" v="575"/>
          <pc:sldLayoutMkLst>
            <pc:docMk/>
            <pc:sldMasterMk cId="169189763" sldId="2147483649"/>
            <pc:sldLayoutMk cId="1657238194" sldId="2147483687"/>
          </pc:sldLayoutMkLst>
          <pc:spChg chg="mod">
            <ac:chgData name="T N, Guruprasad (Nonstop PSD)" userId="28abc79f-3b43-4125-acb8-3b14e961e498" providerId="ADAL" clId="{81F225E7-BDA7-4340-BE89-29E7CD8026A0}" dt="2026-01-08T09:22:41.883" v="575"/>
            <ac:spMkLst>
              <pc:docMk/>
              <pc:sldMasterMk cId="169189763" sldId="2147483649"/>
              <pc:sldLayoutMk cId="1657238194" sldId="2147483687"/>
              <ac:spMk id="3" creationId="{73714F5D-2F9A-82E8-FC18-7CB268754870}"/>
            </ac:spMkLst>
          </pc:spChg>
        </pc:sldLayoutChg>
        <pc:sldLayoutChg chg="modSp">
          <pc:chgData name="T N, Guruprasad (Nonstop PSD)" userId="28abc79f-3b43-4125-acb8-3b14e961e498" providerId="ADAL" clId="{81F225E7-BDA7-4340-BE89-29E7CD8026A0}" dt="2026-01-08T09:22:41.883" v="575"/>
          <pc:sldLayoutMkLst>
            <pc:docMk/>
            <pc:sldMasterMk cId="169189763" sldId="2147483649"/>
            <pc:sldLayoutMk cId="1039566027" sldId="2147483747"/>
          </pc:sldLayoutMkLst>
          <pc:spChg chg="mod">
            <ac:chgData name="T N, Guruprasad (Nonstop PSD)" userId="28abc79f-3b43-4125-acb8-3b14e961e498" providerId="ADAL" clId="{81F225E7-BDA7-4340-BE89-29E7CD8026A0}" dt="2026-01-08T09:22:41.883" v="575"/>
            <ac:spMkLst>
              <pc:docMk/>
              <pc:sldMasterMk cId="169189763" sldId="2147483649"/>
              <pc:sldLayoutMk cId="1039566027" sldId="2147483747"/>
              <ac:spMk id="4" creationId="{5C2101BA-46FD-36C0-99F1-408C742C9723}"/>
            </ac:spMkLst>
          </pc:spChg>
        </pc:sldLayoutChg>
        <pc:sldLayoutChg chg="modSp">
          <pc:chgData name="T N, Guruprasad (Nonstop PSD)" userId="28abc79f-3b43-4125-acb8-3b14e961e498" providerId="ADAL" clId="{81F225E7-BDA7-4340-BE89-29E7CD8026A0}" dt="2026-01-08T09:22:41.883" v="575"/>
          <pc:sldLayoutMkLst>
            <pc:docMk/>
            <pc:sldMasterMk cId="169189763" sldId="2147483649"/>
            <pc:sldLayoutMk cId="2598214056" sldId="2147483749"/>
          </pc:sldLayoutMkLst>
          <pc:spChg chg="mod">
            <ac:chgData name="T N, Guruprasad (Nonstop PSD)" userId="28abc79f-3b43-4125-acb8-3b14e961e498" providerId="ADAL" clId="{81F225E7-BDA7-4340-BE89-29E7CD8026A0}" dt="2026-01-08T09:22:41.883" v="575"/>
            <ac:spMkLst>
              <pc:docMk/>
              <pc:sldMasterMk cId="169189763" sldId="2147483649"/>
              <pc:sldLayoutMk cId="2598214056" sldId="2147483749"/>
              <ac:spMk id="3" creationId="{4E6A0C1C-FFFA-74C0-3719-4E6EA4C7BF7D}"/>
            </ac:spMkLst>
          </pc:spChg>
        </pc:sldLayoutChg>
        <pc:sldLayoutChg chg="modSp">
          <pc:chgData name="T N, Guruprasad (Nonstop PSD)" userId="28abc79f-3b43-4125-acb8-3b14e961e498" providerId="ADAL" clId="{81F225E7-BDA7-4340-BE89-29E7CD8026A0}" dt="2026-01-08T09:22:41.883" v="575"/>
          <pc:sldLayoutMkLst>
            <pc:docMk/>
            <pc:sldMasterMk cId="169189763" sldId="2147483649"/>
            <pc:sldLayoutMk cId="523372927" sldId="2147483750"/>
          </pc:sldLayoutMkLst>
          <pc:spChg chg="mod">
            <ac:chgData name="T N, Guruprasad (Nonstop PSD)" userId="28abc79f-3b43-4125-acb8-3b14e961e498" providerId="ADAL" clId="{81F225E7-BDA7-4340-BE89-29E7CD8026A0}" dt="2026-01-08T09:22:41.883" v="575"/>
            <ac:spMkLst>
              <pc:docMk/>
              <pc:sldMasterMk cId="169189763" sldId="2147483649"/>
              <pc:sldLayoutMk cId="523372927" sldId="2147483750"/>
              <ac:spMk id="2" creationId="{DDA1A1B8-63A0-5FF8-D94D-A64DF0037BD0}"/>
            </ac:spMkLst>
          </pc:spChg>
        </pc:sldLayoutChg>
        <pc:sldLayoutChg chg="modSp">
          <pc:chgData name="T N, Guruprasad (Nonstop PSD)" userId="28abc79f-3b43-4125-acb8-3b14e961e498" providerId="ADAL" clId="{81F225E7-BDA7-4340-BE89-29E7CD8026A0}" dt="2026-01-08T09:22:41.883" v="575"/>
          <pc:sldLayoutMkLst>
            <pc:docMk/>
            <pc:sldMasterMk cId="169189763" sldId="2147483649"/>
            <pc:sldLayoutMk cId="173389167" sldId="2147483751"/>
          </pc:sldLayoutMkLst>
          <pc:spChg chg="mod">
            <ac:chgData name="T N, Guruprasad (Nonstop PSD)" userId="28abc79f-3b43-4125-acb8-3b14e961e498" providerId="ADAL" clId="{81F225E7-BDA7-4340-BE89-29E7CD8026A0}" dt="2026-01-08T09:22:41.883" v="575"/>
            <ac:spMkLst>
              <pc:docMk/>
              <pc:sldMasterMk cId="169189763" sldId="2147483649"/>
              <pc:sldLayoutMk cId="173389167" sldId="2147483751"/>
              <ac:spMk id="2" creationId="{8737513D-A3AB-F0E4-0CD1-28BE5E762183}"/>
            </ac:spMkLst>
          </pc:spChg>
        </pc:sldLayoutChg>
        <pc:sldLayoutChg chg="modSp">
          <pc:chgData name="T N, Guruprasad (Nonstop PSD)" userId="28abc79f-3b43-4125-acb8-3b14e961e498" providerId="ADAL" clId="{81F225E7-BDA7-4340-BE89-29E7CD8026A0}" dt="2026-01-08T09:22:41.883" v="575"/>
          <pc:sldLayoutMkLst>
            <pc:docMk/>
            <pc:sldMasterMk cId="169189763" sldId="2147483649"/>
            <pc:sldLayoutMk cId="1000914787" sldId="2147483753"/>
          </pc:sldLayoutMkLst>
          <pc:spChg chg="mod">
            <ac:chgData name="T N, Guruprasad (Nonstop PSD)" userId="28abc79f-3b43-4125-acb8-3b14e961e498" providerId="ADAL" clId="{81F225E7-BDA7-4340-BE89-29E7CD8026A0}" dt="2026-01-08T09:22:41.883" v="575"/>
            <ac:spMkLst>
              <pc:docMk/>
              <pc:sldMasterMk cId="169189763" sldId="2147483649"/>
              <pc:sldLayoutMk cId="1000914787" sldId="2147483753"/>
              <ac:spMk id="6" creationId="{BFE461D8-0641-727D-F822-B1556D372F28}"/>
            </ac:spMkLst>
          </pc:spChg>
        </pc:sldLayoutChg>
        <pc:sldLayoutChg chg="modSp">
          <pc:chgData name="T N, Guruprasad (Nonstop PSD)" userId="28abc79f-3b43-4125-acb8-3b14e961e498" providerId="ADAL" clId="{81F225E7-BDA7-4340-BE89-29E7CD8026A0}" dt="2026-01-08T09:22:41.883" v="575"/>
          <pc:sldLayoutMkLst>
            <pc:docMk/>
            <pc:sldMasterMk cId="169189763" sldId="2147483649"/>
            <pc:sldLayoutMk cId="4238542828" sldId="2147483795"/>
          </pc:sldLayoutMkLst>
          <pc:spChg chg="mod">
            <ac:chgData name="T N, Guruprasad (Nonstop PSD)" userId="28abc79f-3b43-4125-acb8-3b14e961e498" providerId="ADAL" clId="{81F225E7-BDA7-4340-BE89-29E7CD8026A0}" dt="2026-01-08T09:22:41.883" v="575"/>
            <ac:spMkLst>
              <pc:docMk/>
              <pc:sldMasterMk cId="169189763" sldId="2147483649"/>
              <pc:sldLayoutMk cId="4238542828" sldId="2147483795"/>
              <ac:spMk id="4" creationId="{91F2754E-094F-7C73-88B9-FF823BF83037}"/>
            </ac:spMkLst>
          </pc:spChg>
        </pc:sldLayoutChg>
        <pc:sldLayoutChg chg="modSp">
          <pc:chgData name="T N, Guruprasad (Nonstop PSD)" userId="28abc79f-3b43-4125-acb8-3b14e961e498" providerId="ADAL" clId="{81F225E7-BDA7-4340-BE89-29E7CD8026A0}" dt="2026-01-08T09:22:41.883" v="575"/>
          <pc:sldLayoutMkLst>
            <pc:docMk/>
            <pc:sldMasterMk cId="169189763" sldId="2147483649"/>
            <pc:sldLayoutMk cId="2251658230" sldId="2147483796"/>
          </pc:sldLayoutMkLst>
          <pc:spChg chg="mod">
            <ac:chgData name="T N, Guruprasad (Nonstop PSD)" userId="28abc79f-3b43-4125-acb8-3b14e961e498" providerId="ADAL" clId="{81F225E7-BDA7-4340-BE89-29E7CD8026A0}" dt="2026-01-08T09:22:41.883" v="575"/>
            <ac:spMkLst>
              <pc:docMk/>
              <pc:sldMasterMk cId="169189763" sldId="2147483649"/>
              <pc:sldLayoutMk cId="2251658230" sldId="2147483796"/>
              <ac:spMk id="2" creationId="{3EA3E28B-F7AC-49D0-8E77-F09CC76C6D4C}"/>
            </ac:spMkLst>
          </pc:spChg>
        </pc:sldLayoutChg>
        <pc:sldLayoutChg chg="modSp">
          <pc:chgData name="T N, Guruprasad (Nonstop PSD)" userId="28abc79f-3b43-4125-acb8-3b14e961e498" providerId="ADAL" clId="{81F225E7-BDA7-4340-BE89-29E7CD8026A0}" dt="2026-01-08T09:22:41.883" v="575"/>
          <pc:sldLayoutMkLst>
            <pc:docMk/>
            <pc:sldMasterMk cId="169189763" sldId="2147483649"/>
            <pc:sldLayoutMk cId="1498586048" sldId="2147483797"/>
          </pc:sldLayoutMkLst>
          <pc:spChg chg="mod">
            <ac:chgData name="T N, Guruprasad (Nonstop PSD)" userId="28abc79f-3b43-4125-acb8-3b14e961e498" providerId="ADAL" clId="{81F225E7-BDA7-4340-BE89-29E7CD8026A0}" dt="2026-01-08T09:22:41.883" v="575"/>
            <ac:spMkLst>
              <pc:docMk/>
              <pc:sldMasterMk cId="169189763" sldId="2147483649"/>
              <pc:sldLayoutMk cId="1498586048" sldId="2147483797"/>
              <ac:spMk id="2" creationId="{42026B78-68E1-478D-8813-92F76EAC82C2}"/>
            </ac:spMkLst>
          </pc:spChg>
        </pc:sldLayoutChg>
        <pc:sldLayoutChg chg="modSp">
          <pc:chgData name="T N, Guruprasad (Nonstop PSD)" userId="28abc79f-3b43-4125-acb8-3b14e961e498" providerId="ADAL" clId="{81F225E7-BDA7-4340-BE89-29E7CD8026A0}" dt="2026-01-08T09:22:41.883" v="575"/>
          <pc:sldLayoutMkLst>
            <pc:docMk/>
            <pc:sldMasterMk cId="169189763" sldId="2147483649"/>
            <pc:sldLayoutMk cId="2434827731" sldId="2147483799"/>
          </pc:sldLayoutMkLst>
          <pc:spChg chg="mod">
            <ac:chgData name="T N, Guruprasad (Nonstop PSD)" userId="28abc79f-3b43-4125-acb8-3b14e961e498" providerId="ADAL" clId="{81F225E7-BDA7-4340-BE89-29E7CD8026A0}" dt="2026-01-08T09:22:41.883" v="575"/>
            <ac:spMkLst>
              <pc:docMk/>
              <pc:sldMasterMk cId="169189763" sldId="2147483649"/>
              <pc:sldLayoutMk cId="2434827731" sldId="2147483799"/>
              <ac:spMk id="4" creationId="{57BAE68A-27A7-6C3D-4142-7F3922D49B35}"/>
            </ac:spMkLst>
          </pc:spChg>
        </pc:sldLayoutChg>
        <pc:sldLayoutChg chg="modSp">
          <pc:chgData name="T N, Guruprasad (Nonstop PSD)" userId="28abc79f-3b43-4125-acb8-3b14e961e498" providerId="ADAL" clId="{81F225E7-BDA7-4340-BE89-29E7CD8026A0}" dt="2026-01-08T09:22:41.883" v="575"/>
          <pc:sldLayoutMkLst>
            <pc:docMk/>
            <pc:sldMasterMk cId="169189763" sldId="2147483649"/>
            <pc:sldLayoutMk cId="3857092146" sldId="2147483800"/>
          </pc:sldLayoutMkLst>
          <pc:spChg chg="mod">
            <ac:chgData name="T N, Guruprasad (Nonstop PSD)" userId="28abc79f-3b43-4125-acb8-3b14e961e498" providerId="ADAL" clId="{81F225E7-BDA7-4340-BE89-29E7CD8026A0}" dt="2026-01-08T09:22:41.883" v="575"/>
            <ac:spMkLst>
              <pc:docMk/>
              <pc:sldMasterMk cId="169189763" sldId="2147483649"/>
              <pc:sldLayoutMk cId="3857092146" sldId="2147483800"/>
              <ac:spMk id="6" creationId="{401D58A9-ACB6-18F7-EA6C-D39468541C2F}"/>
            </ac:spMkLst>
          </pc:spChg>
        </pc:sldLayoutChg>
        <pc:sldLayoutChg chg="modSp">
          <pc:chgData name="T N, Guruprasad (Nonstop PSD)" userId="28abc79f-3b43-4125-acb8-3b14e961e498" providerId="ADAL" clId="{81F225E7-BDA7-4340-BE89-29E7CD8026A0}" dt="2026-01-08T09:22:41.883" v="575"/>
          <pc:sldLayoutMkLst>
            <pc:docMk/>
            <pc:sldMasterMk cId="169189763" sldId="2147483649"/>
            <pc:sldLayoutMk cId="2716918638" sldId="2147483801"/>
          </pc:sldLayoutMkLst>
          <pc:spChg chg="mod">
            <ac:chgData name="T N, Guruprasad (Nonstop PSD)" userId="28abc79f-3b43-4125-acb8-3b14e961e498" providerId="ADAL" clId="{81F225E7-BDA7-4340-BE89-29E7CD8026A0}" dt="2026-01-08T09:22:41.883" v="575"/>
            <ac:spMkLst>
              <pc:docMk/>
              <pc:sldMasterMk cId="169189763" sldId="2147483649"/>
              <pc:sldLayoutMk cId="2716918638" sldId="2147483801"/>
              <ac:spMk id="6" creationId="{401D58A9-ACB6-18F7-EA6C-D39468541C2F}"/>
            </ac:spMkLst>
          </pc:spChg>
        </pc:sldLayoutChg>
        <pc:sldLayoutChg chg="modSp">
          <pc:chgData name="T N, Guruprasad (Nonstop PSD)" userId="28abc79f-3b43-4125-acb8-3b14e961e498" providerId="ADAL" clId="{81F225E7-BDA7-4340-BE89-29E7CD8026A0}" dt="2026-01-08T09:22:41.883" v="575"/>
          <pc:sldLayoutMkLst>
            <pc:docMk/>
            <pc:sldMasterMk cId="169189763" sldId="2147483649"/>
            <pc:sldLayoutMk cId="1854413360" sldId="2147483802"/>
          </pc:sldLayoutMkLst>
          <pc:spChg chg="mod">
            <ac:chgData name="T N, Guruprasad (Nonstop PSD)" userId="28abc79f-3b43-4125-acb8-3b14e961e498" providerId="ADAL" clId="{81F225E7-BDA7-4340-BE89-29E7CD8026A0}" dt="2026-01-08T09:22:41.883" v="575"/>
            <ac:spMkLst>
              <pc:docMk/>
              <pc:sldMasterMk cId="169189763" sldId="2147483649"/>
              <pc:sldLayoutMk cId="1854413360" sldId="2147483802"/>
              <ac:spMk id="6" creationId="{401D58A9-ACB6-18F7-EA6C-D39468541C2F}"/>
            </ac:spMkLst>
          </pc:spChg>
        </pc:sldLayoutChg>
        <pc:sldLayoutChg chg="modSp">
          <pc:chgData name="T N, Guruprasad (Nonstop PSD)" userId="28abc79f-3b43-4125-acb8-3b14e961e498" providerId="ADAL" clId="{81F225E7-BDA7-4340-BE89-29E7CD8026A0}" dt="2026-01-08T09:22:41.883" v="575"/>
          <pc:sldLayoutMkLst>
            <pc:docMk/>
            <pc:sldMasterMk cId="169189763" sldId="2147483649"/>
            <pc:sldLayoutMk cId="3153089270" sldId="2147483804"/>
          </pc:sldLayoutMkLst>
          <pc:spChg chg="mod">
            <ac:chgData name="T N, Guruprasad (Nonstop PSD)" userId="28abc79f-3b43-4125-acb8-3b14e961e498" providerId="ADAL" clId="{81F225E7-BDA7-4340-BE89-29E7CD8026A0}" dt="2026-01-08T09:22:41.883" v="575"/>
            <ac:spMkLst>
              <pc:docMk/>
              <pc:sldMasterMk cId="169189763" sldId="2147483649"/>
              <pc:sldLayoutMk cId="3153089270" sldId="2147483804"/>
              <ac:spMk id="3" creationId="{88F29566-5470-D3D8-0F61-D70F81B7E500}"/>
            </ac:spMkLst>
          </pc:spChg>
        </pc:sldLayoutChg>
        <pc:sldLayoutChg chg="modSp">
          <pc:chgData name="T N, Guruprasad (Nonstop PSD)" userId="28abc79f-3b43-4125-acb8-3b14e961e498" providerId="ADAL" clId="{81F225E7-BDA7-4340-BE89-29E7CD8026A0}" dt="2026-01-08T09:22:41.883" v="575"/>
          <pc:sldLayoutMkLst>
            <pc:docMk/>
            <pc:sldMasterMk cId="169189763" sldId="2147483649"/>
            <pc:sldLayoutMk cId="2760104075" sldId="2147483806"/>
          </pc:sldLayoutMkLst>
          <pc:spChg chg="mod">
            <ac:chgData name="T N, Guruprasad (Nonstop PSD)" userId="28abc79f-3b43-4125-acb8-3b14e961e498" providerId="ADAL" clId="{81F225E7-BDA7-4340-BE89-29E7CD8026A0}" dt="2026-01-08T09:22:41.883" v="575"/>
            <ac:spMkLst>
              <pc:docMk/>
              <pc:sldMasterMk cId="169189763" sldId="2147483649"/>
              <pc:sldLayoutMk cId="2760104075" sldId="2147483806"/>
              <ac:spMk id="5" creationId="{6A21F8B9-A226-C863-E39B-92687650DAAD}"/>
            </ac:spMkLst>
          </pc:spChg>
        </pc:sldLayoutChg>
        <pc:sldLayoutChg chg="modSp">
          <pc:chgData name="T N, Guruprasad (Nonstop PSD)" userId="28abc79f-3b43-4125-acb8-3b14e961e498" providerId="ADAL" clId="{81F225E7-BDA7-4340-BE89-29E7CD8026A0}" dt="2026-01-08T09:22:41.883" v="575"/>
          <pc:sldLayoutMkLst>
            <pc:docMk/>
            <pc:sldMasterMk cId="169189763" sldId="2147483649"/>
            <pc:sldLayoutMk cId="2060263631" sldId="2147483807"/>
          </pc:sldLayoutMkLst>
          <pc:spChg chg="mod">
            <ac:chgData name="T N, Guruprasad (Nonstop PSD)" userId="28abc79f-3b43-4125-acb8-3b14e961e498" providerId="ADAL" clId="{81F225E7-BDA7-4340-BE89-29E7CD8026A0}" dt="2026-01-08T09:22:41.883" v="575"/>
            <ac:spMkLst>
              <pc:docMk/>
              <pc:sldMasterMk cId="169189763" sldId="2147483649"/>
              <pc:sldLayoutMk cId="2060263631" sldId="2147483807"/>
              <ac:spMk id="5" creationId="{1902BBC2-BD44-DEAF-58E4-737CC53BBBD3}"/>
            </ac:spMkLst>
          </pc:spChg>
        </pc:sldLayoutChg>
        <pc:sldLayoutChg chg="modSp">
          <pc:chgData name="T N, Guruprasad (Nonstop PSD)" userId="28abc79f-3b43-4125-acb8-3b14e961e498" providerId="ADAL" clId="{81F225E7-BDA7-4340-BE89-29E7CD8026A0}" dt="2026-01-08T09:22:41.883" v="575"/>
          <pc:sldLayoutMkLst>
            <pc:docMk/>
            <pc:sldMasterMk cId="169189763" sldId="2147483649"/>
            <pc:sldLayoutMk cId="4132441158" sldId="2147483808"/>
          </pc:sldLayoutMkLst>
          <pc:spChg chg="mod">
            <ac:chgData name="T N, Guruprasad (Nonstop PSD)" userId="28abc79f-3b43-4125-acb8-3b14e961e498" providerId="ADAL" clId="{81F225E7-BDA7-4340-BE89-29E7CD8026A0}" dt="2026-01-08T09:22:41.883" v="575"/>
            <ac:spMkLst>
              <pc:docMk/>
              <pc:sldMasterMk cId="169189763" sldId="2147483649"/>
              <pc:sldLayoutMk cId="4132441158" sldId="2147483808"/>
              <ac:spMk id="5" creationId="{920F9A92-64E5-9B39-37FB-32E33BE347B4}"/>
            </ac:spMkLst>
          </pc:spChg>
        </pc:sldLayoutChg>
        <pc:sldLayoutChg chg="modSp">
          <pc:chgData name="T N, Guruprasad (Nonstop PSD)" userId="28abc79f-3b43-4125-acb8-3b14e961e498" providerId="ADAL" clId="{81F225E7-BDA7-4340-BE89-29E7CD8026A0}" dt="2026-01-08T09:22:41.883" v="575"/>
          <pc:sldLayoutMkLst>
            <pc:docMk/>
            <pc:sldMasterMk cId="169189763" sldId="2147483649"/>
            <pc:sldLayoutMk cId="1603788364" sldId="2147483809"/>
          </pc:sldLayoutMkLst>
          <pc:spChg chg="mod">
            <ac:chgData name="T N, Guruprasad (Nonstop PSD)" userId="28abc79f-3b43-4125-acb8-3b14e961e498" providerId="ADAL" clId="{81F225E7-BDA7-4340-BE89-29E7CD8026A0}" dt="2026-01-08T09:22:41.883" v="575"/>
            <ac:spMkLst>
              <pc:docMk/>
              <pc:sldMasterMk cId="169189763" sldId="2147483649"/>
              <pc:sldLayoutMk cId="1603788364" sldId="2147483809"/>
              <ac:spMk id="5" creationId="{94FA5188-3004-E27B-6C13-6CEBF1DE5A14}"/>
            </ac:spMkLst>
          </pc:spChg>
        </pc:sldLayoutChg>
        <pc:sldLayoutChg chg="modSp">
          <pc:chgData name="T N, Guruprasad (Nonstop PSD)" userId="28abc79f-3b43-4125-acb8-3b14e961e498" providerId="ADAL" clId="{81F225E7-BDA7-4340-BE89-29E7CD8026A0}" dt="2026-01-08T09:22:41.883" v="575"/>
          <pc:sldLayoutMkLst>
            <pc:docMk/>
            <pc:sldMasterMk cId="169189763" sldId="2147483649"/>
            <pc:sldLayoutMk cId="423757597" sldId="2147483810"/>
          </pc:sldLayoutMkLst>
          <pc:spChg chg="mod">
            <ac:chgData name="T N, Guruprasad (Nonstop PSD)" userId="28abc79f-3b43-4125-acb8-3b14e961e498" providerId="ADAL" clId="{81F225E7-BDA7-4340-BE89-29E7CD8026A0}" dt="2026-01-08T09:22:41.883" v="575"/>
            <ac:spMkLst>
              <pc:docMk/>
              <pc:sldMasterMk cId="169189763" sldId="2147483649"/>
              <pc:sldLayoutMk cId="423757597" sldId="2147483810"/>
              <ac:spMk id="4" creationId="{5366A10F-E470-2340-640E-A14F8662651E}"/>
            </ac:spMkLst>
          </pc:spChg>
        </pc:sldLayoutChg>
        <pc:sldLayoutChg chg="modSp">
          <pc:chgData name="T N, Guruprasad (Nonstop PSD)" userId="28abc79f-3b43-4125-acb8-3b14e961e498" providerId="ADAL" clId="{81F225E7-BDA7-4340-BE89-29E7CD8026A0}" dt="2026-01-08T09:22:41.883" v="575"/>
          <pc:sldLayoutMkLst>
            <pc:docMk/>
            <pc:sldMasterMk cId="169189763" sldId="2147483649"/>
            <pc:sldLayoutMk cId="2031791103" sldId="2147483811"/>
          </pc:sldLayoutMkLst>
          <pc:spChg chg="mod">
            <ac:chgData name="T N, Guruprasad (Nonstop PSD)" userId="28abc79f-3b43-4125-acb8-3b14e961e498" providerId="ADAL" clId="{81F225E7-BDA7-4340-BE89-29E7CD8026A0}" dt="2026-01-08T09:22:41.883" v="575"/>
            <ac:spMkLst>
              <pc:docMk/>
              <pc:sldMasterMk cId="169189763" sldId="2147483649"/>
              <pc:sldLayoutMk cId="2031791103" sldId="2147483811"/>
              <ac:spMk id="4" creationId="{200EC1AB-5084-D572-D008-65E0904E99A7}"/>
            </ac:spMkLst>
          </pc:spChg>
        </pc:sldLayoutChg>
        <pc:sldLayoutChg chg="modSp">
          <pc:chgData name="T N, Guruprasad (Nonstop PSD)" userId="28abc79f-3b43-4125-acb8-3b14e961e498" providerId="ADAL" clId="{81F225E7-BDA7-4340-BE89-29E7CD8026A0}" dt="2026-01-08T09:22:41.883" v="575"/>
          <pc:sldLayoutMkLst>
            <pc:docMk/>
            <pc:sldMasterMk cId="169189763" sldId="2147483649"/>
            <pc:sldLayoutMk cId="2137728364" sldId="2147483812"/>
          </pc:sldLayoutMkLst>
          <pc:spChg chg="mod">
            <ac:chgData name="T N, Guruprasad (Nonstop PSD)" userId="28abc79f-3b43-4125-acb8-3b14e961e498" providerId="ADAL" clId="{81F225E7-BDA7-4340-BE89-29E7CD8026A0}" dt="2026-01-08T09:22:41.883" v="575"/>
            <ac:spMkLst>
              <pc:docMk/>
              <pc:sldMasterMk cId="169189763" sldId="2147483649"/>
              <pc:sldLayoutMk cId="2137728364" sldId="2147483812"/>
              <ac:spMk id="5" creationId="{107EAFD6-415C-88F0-6EE5-4D5D4B8A954E}"/>
            </ac:spMkLst>
          </pc:spChg>
        </pc:sldLayoutChg>
        <pc:sldLayoutChg chg="modSp">
          <pc:chgData name="T N, Guruprasad (Nonstop PSD)" userId="28abc79f-3b43-4125-acb8-3b14e961e498" providerId="ADAL" clId="{81F225E7-BDA7-4340-BE89-29E7CD8026A0}" dt="2026-01-08T09:22:41.883" v="575"/>
          <pc:sldLayoutMkLst>
            <pc:docMk/>
            <pc:sldMasterMk cId="169189763" sldId="2147483649"/>
            <pc:sldLayoutMk cId="1222974551" sldId="2147483813"/>
          </pc:sldLayoutMkLst>
          <pc:spChg chg="mod">
            <ac:chgData name="T N, Guruprasad (Nonstop PSD)" userId="28abc79f-3b43-4125-acb8-3b14e961e498" providerId="ADAL" clId="{81F225E7-BDA7-4340-BE89-29E7CD8026A0}" dt="2026-01-08T09:22:41.883" v="575"/>
            <ac:spMkLst>
              <pc:docMk/>
              <pc:sldMasterMk cId="169189763" sldId="2147483649"/>
              <pc:sldLayoutMk cId="1222974551" sldId="2147483813"/>
              <ac:spMk id="5" creationId="{DF9555D4-44D6-AEAB-C73E-7D5E09D78D60}"/>
            </ac:spMkLst>
          </pc:spChg>
        </pc:sldLayoutChg>
        <pc:sldLayoutChg chg="modSp">
          <pc:chgData name="T N, Guruprasad (Nonstop PSD)" userId="28abc79f-3b43-4125-acb8-3b14e961e498" providerId="ADAL" clId="{81F225E7-BDA7-4340-BE89-29E7CD8026A0}" dt="2026-01-08T09:22:41.883" v="575"/>
          <pc:sldLayoutMkLst>
            <pc:docMk/>
            <pc:sldMasterMk cId="169189763" sldId="2147483649"/>
            <pc:sldLayoutMk cId="3200214083" sldId="2147483816"/>
          </pc:sldLayoutMkLst>
          <pc:spChg chg="mod">
            <ac:chgData name="T N, Guruprasad (Nonstop PSD)" userId="28abc79f-3b43-4125-acb8-3b14e961e498" providerId="ADAL" clId="{81F225E7-BDA7-4340-BE89-29E7CD8026A0}" dt="2026-01-08T09:22:41.883" v="575"/>
            <ac:spMkLst>
              <pc:docMk/>
              <pc:sldMasterMk cId="169189763" sldId="2147483649"/>
              <pc:sldLayoutMk cId="3200214083" sldId="2147483816"/>
              <ac:spMk id="5" creationId="{715285DB-111F-371C-CCBA-1DD3F3E0D338}"/>
            </ac:spMkLst>
          </pc:spChg>
        </pc:sldLayoutChg>
        <pc:sldLayoutChg chg="modSp">
          <pc:chgData name="T N, Guruprasad (Nonstop PSD)" userId="28abc79f-3b43-4125-acb8-3b14e961e498" providerId="ADAL" clId="{81F225E7-BDA7-4340-BE89-29E7CD8026A0}" dt="2026-01-08T09:22:41.883" v="575"/>
          <pc:sldLayoutMkLst>
            <pc:docMk/>
            <pc:sldMasterMk cId="169189763" sldId="2147483649"/>
            <pc:sldLayoutMk cId="1783605424" sldId="2147483817"/>
          </pc:sldLayoutMkLst>
          <pc:spChg chg="mod">
            <ac:chgData name="T N, Guruprasad (Nonstop PSD)" userId="28abc79f-3b43-4125-acb8-3b14e961e498" providerId="ADAL" clId="{81F225E7-BDA7-4340-BE89-29E7CD8026A0}" dt="2026-01-08T09:22:41.883" v="575"/>
            <ac:spMkLst>
              <pc:docMk/>
              <pc:sldMasterMk cId="169189763" sldId="2147483649"/>
              <pc:sldLayoutMk cId="1783605424" sldId="2147483817"/>
              <ac:spMk id="5" creationId="{53F4A635-D29C-5A5D-714B-00FFBC11273D}"/>
            </ac:spMkLst>
          </pc:spChg>
        </pc:sldLayoutChg>
        <pc:sldLayoutChg chg="modSp">
          <pc:chgData name="T N, Guruprasad (Nonstop PSD)" userId="28abc79f-3b43-4125-acb8-3b14e961e498" providerId="ADAL" clId="{81F225E7-BDA7-4340-BE89-29E7CD8026A0}" dt="2026-01-08T09:22:41.883" v="575"/>
          <pc:sldLayoutMkLst>
            <pc:docMk/>
            <pc:sldMasterMk cId="169189763" sldId="2147483649"/>
            <pc:sldLayoutMk cId="1416897625" sldId="2147483821"/>
          </pc:sldLayoutMkLst>
          <pc:spChg chg="mod">
            <ac:chgData name="T N, Guruprasad (Nonstop PSD)" userId="28abc79f-3b43-4125-acb8-3b14e961e498" providerId="ADAL" clId="{81F225E7-BDA7-4340-BE89-29E7CD8026A0}" dt="2026-01-08T09:22:41.883" v="575"/>
            <ac:spMkLst>
              <pc:docMk/>
              <pc:sldMasterMk cId="169189763" sldId="2147483649"/>
              <pc:sldLayoutMk cId="1416897625" sldId="2147483821"/>
              <ac:spMk id="4" creationId="{F1B627C3-C1BB-9558-7C73-E25CB3B6E8A4}"/>
            </ac:spMkLst>
          </pc:spChg>
        </pc:sldLayoutChg>
        <pc:sldLayoutChg chg="modSp">
          <pc:chgData name="T N, Guruprasad (Nonstop PSD)" userId="28abc79f-3b43-4125-acb8-3b14e961e498" providerId="ADAL" clId="{81F225E7-BDA7-4340-BE89-29E7CD8026A0}" dt="2026-01-08T09:22:41.883" v="575"/>
          <pc:sldLayoutMkLst>
            <pc:docMk/>
            <pc:sldMasterMk cId="169189763" sldId="2147483649"/>
            <pc:sldLayoutMk cId="1967098872" sldId="2147483822"/>
          </pc:sldLayoutMkLst>
          <pc:spChg chg="mod">
            <ac:chgData name="T N, Guruprasad (Nonstop PSD)" userId="28abc79f-3b43-4125-acb8-3b14e961e498" providerId="ADAL" clId="{81F225E7-BDA7-4340-BE89-29E7CD8026A0}" dt="2026-01-08T09:22:41.883" v="575"/>
            <ac:spMkLst>
              <pc:docMk/>
              <pc:sldMasterMk cId="169189763" sldId="2147483649"/>
              <pc:sldLayoutMk cId="1967098872" sldId="2147483822"/>
              <ac:spMk id="20" creationId="{90E4737B-80BB-A453-9EC0-403448484789}"/>
            </ac:spMkLst>
          </pc:spChg>
        </pc:sldLayoutChg>
        <pc:sldLayoutChg chg="modSp">
          <pc:chgData name="T N, Guruprasad (Nonstop PSD)" userId="28abc79f-3b43-4125-acb8-3b14e961e498" providerId="ADAL" clId="{81F225E7-BDA7-4340-BE89-29E7CD8026A0}" dt="2026-01-08T09:22:41.883" v="575"/>
          <pc:sldLayoutMkLst>
            <pc:docMk/>
            <pc:sldMasterMk cId="169189763" sldId="2147483649"/>
            <pc:sldLayoutMk cId="98034949" sldId="2147483824"/>
          </pc:sldLayoutMkLst>
          <pc:spChg chg="mod">
            <ac:chgData name="T N, Guruprasad (Nonstop PSD)" userId="28abc79f-3b43-4125-acb8-3b14e961e498" providerId="ADAL" clId="{81F225E7-BDA7-4340-BE89-29E7CD8026A0}" dt="2026-01-08T09:22:41.883" v="575"/>
            <ac:spMkLst>
              <pc:docMk/>
              <pc:sldMasterMk cId="169189763" sldId="2147483649"/>
              <pc:sldLayoutMk cId="98034949" sldId="2147483824"/>
              <ac:spMk id="13" creationId="{F7BE8274-93CB-8904-C782-810A38A1D7B5}"/>
            </ac:spMkLst>
          </pc:spChg>
        </pc:sldLayoutChg>
        <pc:sldLayoutChg chg="modSp">
          <pc:chgData name="T N, Guruprasad (Nonstop PSD)" userId="28abc79f-3b43-4125-acb8-3b14e961e498" providerId="ADAL" clId="{81F225E7-BDA7-4340-BE89-29E7CD8026A0}" dt="2026-01-08T09:22:41.883" v="575"/>
          <pc:sldLayoutMkLst>
            <pc:docMk/>
            <pc:sldMasterMk cId="169189763" sldId="2147483649"/>
            <pc:sldLayoutMk cId="1474191664" sldId="2147483829"/>
          </pc:sldLayoutMkLst>
          <pc:spChg chg="mod">
            <ac:chgData name="T N, Guruprasad (Nonstop PSD)" userId="28abc79f-3b43-4125-acb8-3b14e961e498" providerId="ADAL" clId="{81F225E7-BDA7-4340-BE89-29E7CD8026A0}" dt="2026-01-08T09:22:41.883" v="575"/>
            <ac:spMkLst>
              <pc:docMk/>
              <pc:sldMasterMk cId="169189763" sldId="2147483649"/>
              <pc:sldLayoutMk cId="1474191664" sldId="2147483829"/>
              <ac:spMk id="5" creationId="{DF64BF61-1E66-23EC-73D9-9D4373CF4EF7}"/>
            </ac:spMkLst>
          </pc:spChg>
        </pc:sldLayoutChg>
        <pc:sldLayoutChg chg="modSp">
          <pc:chgData name="T N, Guruprasad (Nonstop PSD)" userId="28abc79f-3b43-4125-acb8-3b14e961e498" providerId="ADAL" clId="{81F225E7-BDA7-4340-BE89-29E7CD8026A0}" dt="2026-01-08T09:22:41.883" v="575"/>
          <pc:sldLayoutMkLst>
            <pc:docMk/>
            <pc:sldMasterMk cId="169189763" sldId="2147483649"/>
            <pc:sldLayoutMk cId="2316326751" sldId="2147483832"/>
          </pc:sldLayoutMkLst>
          <pc:spChg chg="mod">
            <ac:chgData name="T N, Guruprasad (Nonstop PSD)" userId="28abc79f-3b43-4125-acb8-3b14e961e498" providerId="ADAL" clId="{81F225E7-BDA7-4340-BE89-29E7CD8026A0}" dt="2026-01-08T09:22:41.883" v="575"/>
            <ac:spMkLst>
              <pc:docMk/>
              <pc:sldMasterMk cId="169189763" sldId="2147483649"/>
              <pc:sldLayoutMk cId="2316326751" sldId="2147483832"/>
              <ac:spMk id="5" creationId="{B7CE0358-7593-FDA7-B0FB-FF0EC1E32039}"/>
            </ac:spMkLst>
          </pc:spChg>
        </pc:sldLayoutChg>
        <pc:sldLayoutChg chg="modSp">
          <pc:chgData name="T N, Guruprasad (Nonstop PSD)" userId="28abc79f-3b43-4125-acb8-3b14e961e498" providerId="ADAL" clId="{81F225E7-BDA7-4340-BE89-29E7CD8026A0}" dt="2026-01-08T09:22:41.883" v="575"/>
          <pc:sldLayoutMkLst>
            <pc:docMk/>
            <pc:sldMasterMk cId="169189763" sldId="2147483649"/>
            <pc:sldLayoutMk cId="4039092014" sldId="2147483837"/>
          </pc:sldLayoutMkLst>
          <pc:spChg chg="mod">
            <ac:chgData name="T N, Guruprasad (Nonstop PSD)" userId="28abc79f-3b43-4125-acb8-3b14e961e498" providerId="ADAL" clId="{81F225E7-BDA7-4340-BE89-29E7CD8026A0}" dt="2026-01-08T09:22:41.883" v="575"/>
            <ac:spMkLst>
              <pc:docMk/>
              <pc:sldMasterMk cId="169189763" sldId="2147483649"/>
              <pc:sldLayoutMk cId="4039092014" sldId="2147483837"/>
              <ac:spMk id="6" creationId="{7C0C3246-51E8-2C6D-91C1-DC5E683C70B5}"/>
            </ac:spMkLst>
          </pc:spChg>
        </pc:sldLayoutChg>
        <pc:sldLayoutChg chg="modSp">
          <pc:chgData name="T N, Guruprasad (Nonstop PSD)" userId="28abc79f-3b43-4125-acb8-3b14e961e498" providerId="ADAL" clId="{81F225E7-BDA7-4340-BE89-29E7CD8026A0}" dt="2026-01-08T09:22:41.883" v="575"/>
          <pc:sldLayoutMkLst>
            <pc:docMk/>
            <pc:sldMasterMk cId="169189763" sldId="2147483649"/>
            <pc:sldLayoutMk cId="1334428816" sldId="2147483839"/>
          </pc:sldLayoutMkLst>
          <pc:spChg chg="mod">
            <ac:chgData name="T N, Guruprasad (Nonstop PSD)" userId="28abc79f-3b43-4125-acb8-3b14e961e498" providerId="ADAL" clId="{81F225E7-BDA7-4340-BE89-29E7CD8026A0}" dt="2026-01-08T09:22:41.883" v="575"/>
            <ac:spMkLst>
              <pc:docMk/>
              <pc:sldMasterMk cId="169189763" sldId="2147483649"/>
              <pc:sldLayoutMk cId="1334428816" sldId="2147483839"/>
              <ac:spMk id="5" creationId="{80F377B5-1282-FF1A-9E56-8C043D9FCD98}"/>
            </ac:spMkLst>
          </pc:spChg>
        </pc:sldLayoutChg>
        <pc:sldLayoutChg chg="modSp">
          <pc:chgData name="T N, Guruprasad (Nonstop PSD)" userId="28abc79f-3b43-4125-acb8-3b14e961e498" providerId="ADAL" clId="{81F225E7-BDA7-4340-BE89-29E7CD8026A0}" dt="2026-01-08T09:22:41.883" v="575"/>
          <pc:sldLayoutMkLst>
            <pc:docMk/>
            <pc:sldMasterMk cId="169189763" sldId="2147483649"/>
            <pc:sldLayoutMk cId="1828535741" sldId="2147483842"/>
          </pc:sldLayoutMkLst>
          <pc:spChg chg="mod">
            <ac:chgData name="T N, Guruprasad (Nonstop PSD)" userId="28abc79f-3b43-4125-acb8-3b14e961e498" providerId="ADAL" clId="{81F225E7-BDA7-4340-BE89-29E7CD8026A0}" dt="2026-01-08T09:22:41.883" v="575"/>
            <ac:spMkLst>
              <pc:docMk/>
              <pc:sldMasterMk cId="169189763" sldId="2147483649"/>
              <pc:sldLayoutMk cId="1828535741" sldId="2147483842"/>
              <ac:spMk id="2" creationId="{D56B6084-0FE4-4048-3583-741AE0C95AEC}"/>
            </ac:spMkLst>
          </pc:spChg>
        </pc:sldLayoutChg>
        <pc:sldLayoutChg chg="modSp">
          <pc:chgData name="T N, Guruprasad (Nonstop PSD)" userId="28abc79f-3b43-4125-acb8-3b14e961e498" providerId="ADAL" clId="{81F225E7-BDA7-4340-BE89-29E7CD8026A0}" dt="2026-01-08T09:22:41.883" v="575"/>
          <pc:sldLayoutMkLst>
            <pc:docMk/>
            <pc:sldMasterMk cId="169189763" sldId="2147483649"/>
            <pc:sldLayoutMk cId="3890617140" sldId="2147483843"/>
          </pc:sldLayoutMkLst>
          <pc:spChg chg="mod">
            <ac:chgData name="T N, Guruprasad (Nonstop PSD)" userId="28abc79f-3b43-4125-acb8-3b14e961e498" providerId="ADAL" clId="{81F225E7-BDA7-4340-BE89-29E7CD8026A0}" dt="2026-01-08T09:22:41.883" v="575"/>
            <ac:spMkLst>
              <pc:docMk/>
              <pc:sldMasterMk cId="169189763" sldId="2147483649"/>
              <pc:sldLayoutMk cId="3890617140" sldId="2147483843"/>
              <ac:spMk id="4" creationId="{F1B627C3-C1BB-9558-7C73-E25CB3B6E8A4}"/>
            </ac:spMkLst>
          </pc:spChg>
        </pc:sldLayoutChg>
        <pc:sldLayoutChg chg="modSp">
          <pc:chgData name="T N, Guruprasad (Nonstop PSD)" userId="28abc79f-3b43-4125-acb8-3b14e961e498" providerId="ADAL" clId="{81F225E7-BDA7-4340-BE89-29E7CD8026A0}" dt="2026-01-08T09:22:41.883" v="575"/>
          <pc:sldLayoutMkLst>
            <pc:docMk/>
            <pc:sldMasterMk cId="169189763" sldId="2147483649"/>
            <pc:sldLayoutMk cId="3896271742" sldId="2147483844"/>
          </pc:sldLayoutMkLst>
          <pc:spChg chg="mod">
            <ac:chgData name="T N, Guruprasad (Nonstop PSD)" userId="28abc79f-3b43-4125-acb8-3b14e961e498" providerId="ADAL" clId="{81F225E7-BDA7-4340-BE89-29E7CD8026A0}" dt="2026-01-08T09:22:41.883" v="575"/>
            <ac:spMkLst>
              <pc:docMk/>
              <pc:sldMasterMk cId="169189763" sldId="2147483649"/>
              <pc:sldLayoutMk cId="3896271742" sldId="2147483844"/>
              <ac:spMk id="6" creationId="{48116B25-28AD-427B-1033-715BCFEF17EE}"/>
            </ac:spMkLst>
          </pc:spChg>
        </pc:sldLayoutChg>
        <pc:sldLayoutChg chg="modSp">
          <pc:chgData name="T N, Guruprasad (Nonstop PSD)" userId="28abc79f-3b43-4125-acb8-3b14e961e498" providerId="ADAL" clId="{81F225E7-BDA7-4340-BE89-29E7CD8026A0}" dt="2026-01-08T09:22:41.883" v="575"/>
          <pc:sldLayoutMkLst>
            <pc:docMk/>
            <pc:sldMasterMk cId="169189763" sldId="2147483649"/>
            <pc:sldLayoutMk cId="2084657194" sldId="2147483845"/>
          </pc:sldLayoutMkLst>
          <pc:spChg chg="mod">
            <ac:chgData name="T N, Guruprasad (Nonstop PSD)" userId="28abc79f-3b43-4125-acb8-3b14e961e498" providerId="ADAL" clId="{81F225E7-BDA7-4340-BE89-29E7CD8026A0}" dt="2026-01-08T09:22:41.883" v="575"/>
            <ac:spMkLst>
              <pc:docMk/>
              <pc:sldMasterMk cId="169189763" sldId="2147483649"/>
              <pc:sldLayoutMk cId="2084657194" sldId="2147483845"/>
              <ac:spMk id="5" creationId="{96B6C3F6-7864-1614-6433-B6E92053415A}"/>
            </ac:spMkLst>
          </pc:spChg>
        </pc:sldLayoutChg>
        <pc:sldLayoutChg chg="modSp">
          <pc:chgData name="T N, Guruprasad (Nonstop PSD)" userId="28abc79f-3b43-4125-acb8-3b14e961e498" providerId="ADAL" clId="{81F225E7-BDA7-4340-BE89-29E7CD8026A0}" dt="2026-01-08T09:22:41.883" v="575"/>
          <pc:sldLayoutMkLst>
            <pc:docMk/>
            <pc:sldMasterMk cId="169189763" sldId="2147483649"/>
            <pc:sldLayoutMk cId="465117384" sldId="2147483846"/>
          </pc:sldLayoutMkLst>
          <pc:spChg chg="mod">
            <ac:chgData name="T N, Guruprasad (Nonstop PSD)" userId="28abc79f-3b43-4125-acb8-3b14e961e498" providerId="ADAL" clId="{81F225E7-BDA7-4340-BE89-29E7CD8026A0}" dt="2026-01-08T09:22:41.883" v="575"/>
            <ac:spMkLst>
              <pc:docMk/>
              <pc:sldMasterMk cId="169189763" sldId="2147483649"/>
              <pc:sldLayoutMk cId="465117384" sldId="2147483846"/>
              <ac:spMk id="2" creationId="{5D62CB2E-81D7-48A5-A15B-340BF48D2100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7BE70EE-ABFF-7898-FF38-C1C649A57DA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C85076-C132-D0C4-F7C0-50C617DBDC8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3AD1A2-D870-8962-7D87-AA387B26B10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4050CF-DD4A-BEFB-2AF1-F594C68CF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75F8EC-3703-4D6A-8276-E9F606B6AE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50015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74650" y="143510"/>
            <a:ext cx="4140200" cy="22733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50"/>
            </a:lvl1pPr>
          </a:lstStyle>
          <a:p>
            <a:endParaRPr lang="en-PL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679950" y="143510"/>
            <a:ext cx="1799590" cy="22733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50"/>
            </a:lvl1pPr>
          </a:lstStyle>
          <a:p>
            <a:endParaRPr lang="en-PL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74650" y="50419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74650" y="3209290"/>
            <a:ext cx="6101080" cy="530072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PL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74650" y="8747760"/>
            <a:ext cx="4878070" cy="22733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50"/>
            </a:lvl1pPr>
          </a:lstStyle>
          <a:p>
            <a:endParaRPr lang="en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867400" y="8747760"/>
            <a:ext cx="608330" cy="22733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50"/>
            </a:lvl1pPr>
          </a:lstStyle>
          <a:p>
            <a:fld id="{20276FB5-B755-FF41-948A-F83E9AA573A8}" type="slidenum">
              <a:rPr lang="en-PL" smtClean="0"/>
              <a:pPr/>
              <a:t>‹#›</a:t>
            </a:fld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73406006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lnSpc>
        <a:spcPct val="90000"/>
      </a:lnSpc>
      <a:spcAft>
        <a:spcPts val="400"/>
      </a:spcAft>
      <a:defRPr sz="1050" kern="1200">
        <a:solidFill>
          <a:schemeClr val="tx1"/>
        </a:solidFill>
        <a:latin typeface="+mn-lt"/>
        <a:ea typeface="+mn-ea"/>
        <a:cs typeface="+mn-cs"/>
      </a:defRPr>
    </a:lvl1pPr>
    <a:lvl2pPr marL="180000" indent="-180000" algn="l" defTabSz="914400" rtl="0" eaLnBrk="1" latinLnBrk="0" hangingPunct="1">
      <a:lnSpc>
        <a:spcPct val="90000"/>
      </a:lnSpc>
      <a:spcAft>
        <a:spcPts val="400"/>
      </a:spcAft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2pPr>
    <a:lvl3pPr marL="360000" indent="-180000" algn="l" defTabSz="914400" rtl="0" eaLnBrk="1" latinLnBrk="0" hangingPunct="1">
      <a:lnSpc>
        <a:spcPct val="90000"/>
      </a:lnSpc>
      <a:spcAft>
        <a:spcPts val="400"/>
      </a:spcAft>
      <a:buFont typeface="HPE Graphik" pitchFamily="50" charset="0"/>
      <a:buChar char="—"/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540000" indent="-180000" algn="l" defTabSz="914400" rtl="0" eaLnBrk="1" latinLnBrk="0" hangingPunct="1">
      <a:lnSpc>
        <a:spcPct val="90000"/>
      </a:lnSpc>
      <a:spcAft>
        <a:spcPts val="400"/>
      </a:spcAft>
      <a:buFont typeface="HPE Graphik" pitchFamily="50" charset="0"/>
      <a:buChar char="—"/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720000" indent="-180000" algn="l" defTabSz="914400" rtl="0" eaLnBrk="1" latinLnBrk="0" hangingPunct="1">
      <a:lnSpc>
        <a:spcPct val="90000"/>
      </a:lnSpc>
      <a:spcAft>
        <a:spcPts val="400"/>
      </a:spcAft>
      <a:buFont typeface="Arial" panose="020B0604020202020204" pitchFamily="34" charset="0"/>
      <a:buChar char="•"/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74650" y="504825"/>
            <a:ext cx="4572000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276FB5-B755-FF41-948A-F83E9AA573A8}" type="slidenum">
              <a:rPr lang="en-PL" smtClean="0"/>
              <a:t>1</a:t>
            </a:fld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24297992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74650" y="504825"/>
            <a:ext cx="4572000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276FB5-B755-FF41-948A-F83E9AA573A8}" type="slidenum">
              <a:rPr lang="en-PL" smtClean="0"/>
              <a:pPr/>
              <a:t>3</a:t>
            </a:fld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20575922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sv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sv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1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DBE2E1BB-CE0A-BA4E-62F3-C11C72B14B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Confidential | Authorized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E4EC4B5E-61C1-0327-AC26-FD6B85B7F0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Logo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F6E81DF5-9D1C-2874-F10C-40090BD539D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74907" y="384049"/>
            <a:ext cx="1024130" cy="292609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DEE9B376-05EC-3588-37E2-05C039D1F60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74903" y="3424765"/>
            <a:ext cx="10012359" cy="415635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000" b="0" i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Speaker name and title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0061C036-93AE-3BAB-6526-8E33EA44445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4904" y="3840400"/>
            <a:ext cx="10012358" cy="33855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GB" dirty="0"/>
              <a:t>Date</a:t>
            </a:r>
            <a:endParaRPr lang="en-PL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702D808-AF03-DEF9-0314-E4335A543C0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4903" y="1813791"/>
            <a:ext cx="10012359" cy="1577109"/>
          </a:xfrm>
        </p:spPr>
        <p:txBody>
          <a:bodyPr lIns="0" tIns="46990" rIns="0" bIns="46990"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Cover </a:t>
            </a:r>
            <a:r>
              <a:rPr lang="pl-PL" dirty="0"/>
              <a:t>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521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2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C7E62B9-7B57-1325-41F8-B563932F32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Confidential | Authorized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D4869DF-7C8C-6D6D-CBDF-4F57DD5DFF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Logo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2FBDD54F-6F02-5565-BE03-576E378CDA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74907" y="384049"/>
            <a:ext cx="1024130" cy="292609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C9B879B3-45C8-291E-B795-79029A3CF99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74903" y="3424765"/>
            <a:ext cx="10012359" cy="415635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000" b="0" i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Speaker name and title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199A56CF-9478-6AE1-8265-95E8C72FD0E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4904" y="3840400"/>
            <a:ext cx="10012358" cy="33855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GB" dirty="0"/>
              <a:t>Date</a:t>
            </a:r>
            <a:endParaRPr lang="en-PL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A8CED90-83F5-DFF6-245A-6CD299701B8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4903" y="1813791"/>
            <a:ext cx="10012359" cy="1577109"/>
          </a:xfrm>
        </p:spPr>
        <p:txBody>
          <a:bodyPr lIns="0" tIns="46990" rIns="0" bIns="46990"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Cover </a:t>
            </a:r>
            <a:r>
              <a:rPr lang="pl-PL" dirty="0"/>
              <a:t>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761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7" orient="horz" pos="2160">
          <p15:clr>
            <a:srgbClr val="FBAE40"/>
          </p15:clr>
        </p15:guide>
        <p15:guide id="8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3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28D69DFE-88C2-F477-D6FA-5A27957CC5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Confidential | Authorized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E6D92-7C0F-2881-3B5C-2BB90CF3E4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Logo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96047C21-8C30-FF57-32D9-77CA97A7962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74907" y="384049"/>
            <a:ext cx="1024130" cy="292609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9CAA1BA3-D079-6DA7-65CB-51062A7D936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74903" y="3424765"/>
            <a:ext cx="10012359" cy="415635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000" b="0" i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Speaker name and title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CFFEB8AD-256D-84E9-5A93-EB95B92E4B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4904" y="3840400"/>
            <a:ext cx="10012358" cy="33855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GB" dirty="0"/>
              <a:t>Date</a:t>
            </a:r>
            <a:endParaRPr lang="en-PL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22247A9-BAB1-E44F-778D-D7B252E6247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4903" y="1813791"/>
            <a:ext cx="10012359" cy="1577109"/>
          </a:xfrm>
        </p:spPr>
        <p:txBody>
          <a:bodyPr lIns="0" tIns="46990" rIns="0" bIns="46990"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Cover </a:t>
            </a:r>
            <a:r>
              <a:rPr lang="pl-PL" dirty="0"/>
              <a:t>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0554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7" orient="horz" pos="2160">
          <p15:clr>
            <a:srgbClr val="FBAE40"/>
          </p15:clr>
        </p15:guide>
        <p15:guide id="8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4 with Light Pictur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Element">
            <a:extLst>
              <a:ext uri="{FF2B5EF4-FFF2-40B4-BE49-F238E27FC236}">
                <a16:creationId xmlns:a16="http://schemas.microsoft.com/office/drawing/2014/main" id="{599C7368-45FB-FA9F-C233-DCDE9E9A375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1518948"/>
            <a:ext cx="10934113" cy="533906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118B38-66E2-1853-9640-52CA013779F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4904" y="1813791"/>
            <a:ext cx="9144000" cy="1577109"/>
          </a:xfrm>
        </p:spPr>
        <p:txBody>
          <a:bodyPr lIns="0" tIns="46990" rIns="0" bIns="4699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Cover 4 (with </a:t>
            </a:r>
            <a:r>
              <a:rPr lang="pl-PL" dirty="0"/>
              <a:t>light </a:t>
            </a:r>
            <a:r>
              <a:rPr lang="en-US" dirty="0"/>
              <a:t>picture)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6D5F3A39-BBD4-AFEB-B4E7-8CA166BB301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0972" y="3424765"/>
            <a:ext cx="9144000" cy="415635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Speaker name and title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EC55DFAC-A001-72E6-262A-D060D79E097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4904" y="3840400"/>
            <a:ext cx="9144000" cy="33855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Date</a:t>
            </a:r>
            <a:endParaRPr lang="en-P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B627C3-C1BB-9558-7C73-E25CB3B6E8A4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r"/>
            <a:r>
              <a:rPr lang="en-US" dirty="0"/>
              <a:t>Confidential | Authorized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7BA235C-CFDA-EC42-8041-30F0839937F8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Logo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9E8EFE5D-1C0B-203B-2788-D4F44A09CA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74907" y="384049"/>
            <a:ext cx="1024130" cy="292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897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7" orient="horz" pos="2136">
          <p15:clr>
            <a:srgbClr val="FBAE40"/>
          </p15:clr>
        </p15:guide>
        <p15:guide id="8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4 with Dark Picture">
    <p:bg>
      <p:bgPr>
        <a:solidFill>
          <a:schemeClr val="tx1">
            <a:lumMod val="90000"/>
            <a:lumOff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Element">
            <a:extLst>
              <a:ext uri="{FF2B5EF4-FFF2-40B4-BE49-F238E27FC236}">
                <a16:creationId xmlns:a16="http://schemas.microsoft.com/office/drawing/2014/main" id="{599C7368-45FB-FA9F-C233-DCDE9E9A375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1518948"/>
            <a:ext cx="10934113" cy="533906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118B38-66E2-1853-9640-52CA013779F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4904" y="1813791"/>
            <a:ext cx="9144000" cy="1577109"/>
          </a:xfrm>
        </p:spPr>
        <p:txBody>
          <a:bodyPr lIns="0" tIns="46990" rIns="0" bIns="4699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Cover 4 (with dark picture)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6D5F3A39-BBD4-AFEB-B4E7-8CA166BB301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0972" y="3424765"/>
            <a:ext cx="9144000" cy="415635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Speaker name and title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EC55DFAC-A001-72E6-262A-D060D79E097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4904" y="3840400"/>
            <a:ext cx="9144000" cy="33855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Date</a:t>
            </a:r>
            <a:endParaRPr lang="en-P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B627C3-C1BB-9558-7C73-E25CB3B6E8A4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algn="r"/>
            <a:r>
              <a:rPr lang="en-US" dirty="0"/>
              <a:t>Confidential | Authorized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7BA235C-CFDA-EC42-8041-30F0839937F8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5AD027A1-F5B6-22EB-1410-56C7B528913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74907" y="388783"/>
            <a:ext cx="1019648" cy="291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617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7" orient="horz" pos="2136">
          <p15:clr>
            <a:srgbClr val="FBAE40"/>
          </p15:clr>
        </p15:guide>
        <p15:guide id="8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5 with Pictur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3BD4F32D-3591-565F-ADF6-7D7D28EF243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-1" y="2974206"/>
            <a:ext cx="9206753" cy="388379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Image placeholder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118B38-66E2-1853-9640-52CA013779F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6738" y="1178790"/>
            <a:ext cx="9144000" cy="1577109"/>
          </a:xfrm>
        </p:spPr>
        <p:txBody>
          <a:bodyPr lIns="0" tIns="46990" rIns="0" bIns="46990" anchor="b"/>
          <a:lstStyle>
            <a:lvl1pPr algn="l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Cover 5 (with picture)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A1730018-7DE4-8985-2868-18B01444A66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455099" y="2887955"/>
            <a:ext cx="2485505" cy="102682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Speaker name and title maximum three lines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0BD8F41-4872-8861-CBF3-EDAA068B0DC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55098" y="3924300"/>
            <a:ext cx="2485506" cy="33855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Date</a:t>
            </a:r>
            <a:endParaRPr lang="en-PL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85DF01E-4205-00B8-31D5-62F133D646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455097" y="6155690"/>
            <a:ext cx="1834441" cy="450628"/>
          </a:xfrm>
          <a:prstGeom prst="rect">
            <a:avLst/>
          </a:prstGeom>
        </p:spPr>
        <p:txBody>
          <a:bodyPr vert="horz" lIns="0" tIns="45720" rIns="0" bIns="45720" rtlCol="0" anchor="b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Confidential | Authorized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A8DF9B4-8078-C49B-C422-13DD4F863D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F4DA0103-EE8D-10C5-8FF2-02FCBAFCB98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74907" y="384049"/>
            <a:ext cx="102413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777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7" orient="horz" pos="2160">
          <p15:clr>
            <a:srgbClr val="FBAE40"/>
          </p15:clr>
        </p15:guide>
        <p15:guide id="8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6 with Pictur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Element image" descr="A black and white rectangle with a green and black rectangle&#10;&#10;AI-generated content may be incorrect.">
            <a:extLst>
              <a:ext uri="{FF2B5EF4-FFF2-40B4-BE49-F238E27FC236}">
                <a16:creationId xmlns:a16="http://schemas.microsoft.com/office/drawing/2014/main" id="{557B342C-B686-916C-8D1E-533F53E2C2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68" y="0"/>
            <a:ext cx="1218726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118B38-66E2-1853-9640-52CA013779F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9912" y="1127322"/>
            <a:ext cx="4465637" cy="2951480"/>
          </a:xfrm>
        </p:spPr>
        <p:txBody>
          <a:bodyPr tIns="46990" rIns="0" bIns="46990"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Cover 6 </a:t>
            </a:r>
            <a:br>
              <a:rPr lang="en-US" dirty="0"/>
            </a:br>
            <a:r>
              <a:rPr lang="en-US" dirty="0"/>
              <a:t>(with picture)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90E4737B-80BB-A453-9EC0-403448484789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pPr algn="r"/>
            <a:r>
              <a:rPr lang="en-US" dirty="0"/>
              <a:t>Confidential | Authorized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A6F5877F-D5C2-0CC0-F815-A40F949BFE50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B4B6A315-F84A-43CB-2612-0093AD26A3C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74650" y="4101316"/>
            <a:ext cx="4465638" cy="680234"/>
          </a:xfrm>
          <a:prstGeom prst="rect">
            <a:avLst/>
          </a:prstGeom>
        </p:spPr>
        <p:txBody>
          <a:bodyPr anchor="ctr"/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Speaker name and title</a:t>
            </a:r>
            <a:br>
              <a:rPr lang="en-US" dirty="0"/>
            </a:br>
            <a:r>
              <a:rPr lang="en-US" dirty="0"/>
              <a:t>over 2 lines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1E6999B2-BD34-3D8A-995A-23314865E5B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4907" y="4838706"/>
            <a:ext cx="4465637" cy="33855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GB" dirty="0"/>
              <a:t>Date</a:t>
            </a:r>
            <a:endParaRPr lang="en-PL" dirty="0"/>
          </a:p>
        </p:txBody>
      </p:sp>
      <p:pic>
        <p:nvPicPr>
          <p:cNvPr id="12" name="Logo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D60D540B-8356-03C5-A3D0-DD92935A31B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74907" y="384049"/>
            <a:ext cx="1024130" cy="292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098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7" orient="horz" pos="2160">
          <p15:clr>
            <a:srgbClr val="FBAE40"/>
          </p15:clr>
        </p15:guide>
        <p15:guide id="8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1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AA170-8CC0-47B1-FE7B-FCA095BCC1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4" y="1439980"/>
            <a:ext cx="8599487" cy="1846659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6000" b="0" i="0">
                <a:latin typeface="HPE Graphik Light" pitchFamily="2" charset="77"/>
              </a:defRPr>
            </a:lvl1pPr>
          </a:lstStyle>
          <a:p>
            <a:r>
              <a:rPr lang="en-US" dirty="0"/>
              <a:t>Divider 1</a:t>
            </a:r>
            <a:br>
              <a:rPr lang="en-US" dirty="0"/>
            </a:br>
            <a:r>
              <a:rPr lang="en-US" dirty="0"/>
              <a:t>two lines max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9C2486-EF2B-1442-FE2C-36120DCDA0B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77021" y="3424794"/>
            <a:ext cx="6633379" cy="3651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Subtitle here only if needed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F33158-1754-653B-F011-1E6EDDA861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Confidential | Authorized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E9BAFD-B89D-1DD6-6FAB-B033012DF6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9857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2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AA170-8CC0-47B1-FE7B-FCA095BCC1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4" y="1439980"/>
            <a:ext cx="8599487" cy="1846659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6000" b="0" i="0">
                <a:latin typeface="HPE Graphik Light" pitchFamily="2" charset="77"/>
              </a:defRPr>
            </a:lvl1pPr>
          </a:lstStyle>
          <a:p>
            <a:r>
              <a:rPr lang="en-US" dirty="0"/>
              <a:t>Divider 2</a:t>
            </a:r>
            <a:br>
              <a:rPr lang="en-US" dirty="0"/>
            </a:br>
            <a:r>
              <a:rPr lang="en-US" dirty="0"/>
              <a:t>two lines max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9C2486-EF2B-1442-FE2C-36120DCDA0B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77021" y="3424794"/>
            <a:ext cx="6633379" cy="3651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Subtitle here only if needed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286C1509-153F-BD27-73E3-F87006A3EC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Confidential | Authorized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3318031-32A0-57F5-89E3-BD97D3EE47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2728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3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AA170-8CC0-47B1-FE7B-FCA095BCC1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4" y="1439980"/>
            <a:ext cx="8599487" cy="1846659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6000" b="0" i="0">
                <a:latin typeface="HPE Graphik Light" pitchFamily="2" charset="77"/>
              </a:defRPr>
            </a:lvl1pPr>
          </a:lstStyle>
          <a:p>
            <a:r>
              <a:rPr lang="en-US" dirty="0"/>
              <a:t>Divider 3</a:t>
            </a:r>
            <a:br>
              <a:rPr lang="en-US" dirty="0"/>
            </a:br>
            <a:r>
              <a:rPr lang="en-US" dirty="0"/>
              <a:t>two lines max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9C2486-EF2B-1442-FE2C-36120DCDA0B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77021" y="3424794"/>
            <a:ext cx="6633379" cy="3651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Subtitle here only if needed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3C35D8-793D-910E-958E-12734E9433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Confidential | Authorized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ABB62-7FB2-A10A-FB79-640977444A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01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4 with Pictur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lement Image">
            <a:extLst>
              <a:ext uri="{FF2B5EF4-FFF2-40B4-BE49-F238E27FC236}">
                <a16:creationId xmlns:a16="http://schemas.microsoft.com/office/drawing/2014/main" id="{1A711596-B981-E895-2147-80AF02FC6F8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196" t="654" r="1416" b="120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951F0D95-92C8-F614-A840-CCF636DDBE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5" y="393193"/>
            <a:ext cx="11433977" cy="946080"/>
          </a:xfrm>
        </p:spPr>
        <p:txBody>
          <a:bodyPr lIns="0" tIns="0" rIns="91440" bIns="0"/>
          <a:lstStyle>
            <a:lvl1pPr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sz="6000" b="0">
                <a:solidFill>
                  <a:schemeClr val="tx1"/>
                </a:solidFill>
                <a:latin typeface="HPE Graphik Light" pitchFamily="50" charset="0"/>
              </a:defRPr>
            </a:lvl1pPr>
          </a:lstStyle>
          <a:p>
            <a:r>
              <a:rPr lang="en-US" dirty="0"/>
              <a:t>Divider 4 (with picture)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6D7B23CD-0964-2C4F-2645-F616DF81D0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Confidential | Authorized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C3AD242-1EDC-575F-5C91-FD24DABDDF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3751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">
            <a:extLst>
              <a:ext uri="{FF2B5EF4-FFF2-40B4-BE49-F238E27FC236}">
                <a16:creationId xmlns:a16="http://schemas.microsoft.com/office/drawing/2014/main" id="{88F2DF35-63BF-460F-A215-8F5110C2F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599" y="1165860"/>
            <a:ext cx="11404800" cy="5097600"/>
          </a:xfrm>
          <a:prstGeom prst="rect">
            <a:avLst/>
          </a:prstGeom>
        </p:spPr>
        <p:txBody>
          <a:bodyPr lIns="0" tIns="45720" rIns="0" bIns="45720"/>
          <a:lstStyle>
            <a:lvl1pPr>
              <a:spcAft>
                <a:spcPts val="0"/>
              </a:spcAft>
              <a:defRPr>
                <a:solidFill>
                  <a:schemeClr val="tx1"/>
                </a:solidFill>
              </a:defRPr>
            </a:lvl1pPr>
            <a:lvl2pPr>
              <a:spcAft>
                <a:spcPts val="0"/>
              </a:spcAft>
              <a:defRPr>
                <a:solidFill>
                  <a:schemeClr val="tx1"/>
                </a:solidFill>
              </a:defRPr>
            </a:lvl2pPr>
            <a:lvl3pPr>
              <a:spcAft>
                <a:spcPts val="0"/>
              </a:spcAft>
              <a:defRPr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defRPr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232753FE-5D9A-4A5E-B0B2-3DAAE2EB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6C3F6-7864-1614-6433-B6E92053415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 dirty="0"/>
              <a:t>Confidential | Authorized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A371ED-2734-3586-C69F-E31DDE6FB9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4657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2)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">
            <a:extLst>
              <a:ext uri="{FF2B5EF4-FFF2-40B4-BE49-F238E27FC236}">
                <a16:creationId xmlns:a16="http://schemas.microsoft.com/office/drawing/2014/main" id="{88F2DF35-63BF-460F-A215-8F5110C2F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904" y="1541417"/>
            <a:ext cx="11433977" cy="4730795"/>
          </a:xfrm>
          <a:prstGeom prst="rect">
            <a:avLst/>
          </a:prstGeom>
        </p:spPr>
        <p:txBody>
          <a:bodyPr lIns="0" tIns="45720" rIns="0" bIns="45720"/>
          <a:lstStyle>
            <a:lvl1pPr>
              <a:spcAft>
                <a:spcPts val="0"/>
              </a:spcAft>
              <a:defRPr>
                <a:solidFill>
                  <a:schemeClr val="tx1"/>
                </a:solidFill>
              </a:defRPr>
            </a:lvl1pPr>
            <a:lvl2pPr>
              <a:spcAft>
                <a:spcPts val="0"/>
              </a:spcAft>
              <a:defRPr>
                <a:solidFill>
                  <a:schemeClr val="tx1"/>
                </a:solidFill>
              </a:defRPr>
            </a:lvl2pPr>
            <a:lvl3pPr>
              <a:spcAft>
                <a:spcPts val="0"/>
              </a:spcAft>
              <a:defRPr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defRPr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232753FE-5D9A-4A5E-B0B2-3DAAE2EB3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4" y="393192"/>
            <a:ext cx="11442628" cy="775846"/>
          </a:xfr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D62CB2E-81D7-48A5-A15B-340BF48D21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 dirty="0"/>
              <a:t>Confidential | Authorized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4268E2A-81AF-75F2-036F-19A286FA833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5117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">
            <a:extLst>
              <a:ext uri="{FF2B5EF4-FFF2-40B4-BE49-F238E27FC236}">
                <a16:creationId xmlns:a16="http://schemas.microsoft.com/office/drawing/2014/main" id="{A3BBDD58-9EEC-48BC-A84C-F80FB78CB21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74904" y="1541417"/>
            <a:ext cx="11433977" cy="4730795"/>
          </a:xfrm>
          <a:prstGeom prst="rect">
            <a:avLst/>
          </a:prstGeom>
        </p:spPr>
        <p:txBody>
          <a:bodyPr lIns="0" rIns="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374904" y="854202"/>
            <a:ext cx="11433978" cy="369486"/>
          </a:xfrm>
          <a:prstGeom prst="rect">
            <a:avLst/>
          </a:prstGeom>
        </p:spPr>
        <p:txBody>
          <a:bodyPr vert="horz" lIns="0" tIns="0" rIns="91440" bIns="45720" rtlCol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" panose="020B0604020202020204" pitchFamily="34" charset="0"/>
              <a:buNone/>
              <a:defRPr sz="2000" baseline="0" dirty="0">
                <a:solidFill>
                  <a:schemeClr val="tx1"/>
                </a:solidFill>
                <a:latin typeface="+mn-lt"/>
              </a:defRPr>
            </a:lvl1pPr>
          </a:lstStyle>
          <a:p>
            <a:pPr marL="182880" lvl="0" indent="-182880">
              <a:spcBef>
                <a:spcPts val="0"/>
              </a:spcBef>
            </a:pPr>
            <a:r>
              <a:rPr lang="en-US" dirty="0"/>
              <a:t>Click to add one-line subtitle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670D9BB8-8D8D-4F83-B418-E1A6910A3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4" y="393192"/>
            <a:ext cx="11433978" cy="415498"/>
          </a:xfrm>
        </p:spPr>
        <p:txBody>
          <a:bodyPr lIns="0" tIns="0" rIns="91440" bIns="0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B8A2B8FB-372C-42B9-B280-9D39EC303B0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defTabSz="1088421"/>
            <a:fld id="{104FC826-72BB-4AF1-BA01-A94F7396A7DC}" type="slidenum">
              <a:rPr lang="en-US" smtClean="0"/>
              <a:pPr defTabSz="1088421"/>
              <a:t>‹#›</a:t>
            </a:fld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42026B78-68E1-478D-8813-92F76EAC82C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Confidential | Authorized</a:t>
            </a:r>
          </a:p>
        </p:txBody>
      </p:sp>
    </p:spTree>
    <p:extLst>
      <p:ext uri="{BB962C8B-B14F-4D97-AF65-F5344CB8AC3E}">
        <p14:creationId xmlns:p14="http://schemas.microsoft.com/office/powerpoint/2010/main" val="1498586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2), Sub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C95F41DF-93F3-CDC9-2F09-5645DCF4B1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4904" y="1216152"/>
            <a:ext cx="11433978" cy="369486"/>
          </a:xfrm>
          <a:prstGeom prst="rect">
            <a:avLst/>
          </a:prstGeom>
        </p:spPr>
        <p:txBody>
          <a:bodyPr tIns="0"/>
          <a:lstStyle>
            <a:lvl1pPr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pPr marL="182880" lvl="0" indent="-182880">
              <a:spcBef>
                <a:spcPts val="0"/>
              </a:spcBef>
            </a:pPr>
            <a:r>
              <a:rPr lang="en-US" dirty="0"/>
              <a:t>Click to add one-line subtitle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B1FDE8-1311-7248-18A8-D4800084C25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Confidential | Authorized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A4E9F6-3410-0A4E-80C1-A550B6D95A6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9">
            <a:extLst>
              <a:ext uri="{FF2B5EF4-FFF2-40B4-BE49-F238E27FC236}">
                <a16:creationId xmlns:a16="http://schemas.microsoft.com/office/drawing/2014/main" id="{8228B93E-9AAB-D047-1D10-C52AC4536A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4" y="393192"/>
            <a:ext cx="11442628" cy="775846"/>
          </a:xfrm>
        </p:spPr>
        <p:txBody>
          <a:bodyPr bIns="0" anchor="t"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</a:t>
            </a:r>
            <a:br>
              <a:rPr lang="en-US" dirty="0"/>
            </a:br>
            <a:r>
              <a:rPr lang="en-US" dirty="0"/>
              <a:t>two-line title</a:t>
            </a:r>
          </a:p>
        </p:txBody>
      </p:sp>
      <p:sp>
        <p:nvSpPr>
          <p:cNvPr id="4" name="Content Placeholder">
            <a:extLst>
              <a:ext uri="{FF2B5EF4-FFF2-40B4-BE49-F238E27FC236}">
                <a16:creationId xmlns:a16="http://schemas.microsoft.com/office/drawing/2014/main" id="{AA8B383B-1E87-87BA-8652-6B7B1E2F64DB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74904" y="1920874"/>
            <a:ext cx="11433977" cy="4358006"/>
          </a:xfrm>
          <a:prstGeom prst="rect">
            <a:avLst/>
          </a:prstGeom>
        </p:spPr>
        <p:txBody>
          <a:bodyPr lIns="0" rIns="0"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407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Heading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">
            <a:extLst>
              <a:ext uri="{FF2B5EF4-FFF2-40B4-BE49-F238E27FC236}">
                <a16:creationId xmlns:a16="http://schemas.microsoft.com/office/drawing/2014/main" id="{D60021C6-A6F0-40F0-A299-B8269BE0F492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74904" y="1920874"/>
            <a:ext cx="11433977" cy="4358006"/>
          </a:xfrm>
          <a:prstGeom prst="rect">
            <a:avLst/>
          </a:prstGeom>
        </p:spPr>
        <p:txBody>
          <a:bodyPr lIns="0" rIns="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Heading"/>
          <p:cNvSpPr>
            <a:spLocks noGrp="1"/>
          </p:cNvSpPr>
          <p:nvPr>
            <p:ph type="body" sz="quarter" idx="18" hasCustomPrompt="1"/>
          </p:nvPr>
        </p:nvSpPr>
        <p:spPr>
          <a:xfrm>
            <a:off x="374903" y="1526183"/>
            <a:ext cx="11347170" cy="369486"/>
          </a:xfrm>
          <a:prstGeom prst="rect">
            <a:avLst/>
          </a:prstGeom>
        </p:spPr>
        <p:txBody>
          <a:bodyPr lIns="0" tIns="0" rIns="91440" bIns="45720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 dirty="0"/>
              <a:t>Click to add one-line heading</a:t>
            </a:r>
          </a:p>
        </p:txBody>
      </p:sp>
      <p:sp>
        <p:nvSpPr>
          <p:cNvPr id="13" name="Subtitle">
            <a:extLst>
              <a:ext uri="{FF2B5EF4-FFF2-40B4-BE49-F238E27FC236}">
                <a16:creationId xmlns:a16="http://schemas.microsoft.com/office/drawing/2014/main" id="{15C04D0B-D5E2-4F74-B1D6-45E2AEA840C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4904" y="854202"/>
            <a:ext cx="11433978" cy="369486"/>
          </a:xfrm>
          <a:prstGeom prst="rect">
            <a:avLst/>
          </a:prstGeom>
        </p:spPr>
        <p:txBody>
          <a:bodyPr lIns="0" tIns="0" rIns="91440" bIns="45720" anchor="ctr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" panose="020B0604020202020204" pitchFamily="34" charset="0"/>
              <a:buNone/>
              <a:defRPr sz="2000" baseline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 dirty="0"/>
              <a:t>Click to add one-line subtitle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D09EDB93-5BF6-4D1D-9D5F-0E75F455E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4" y="393192"/>
            <a:ext cx="11433978" cy="415498"/>
          </a:xfr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91440" bIns="0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9D217CA8-FB11-4E4A-BBCD-EE7B837F4D7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defTabSz="1088421"/>
            <a:fld id="{104FC826-72BB-4AF1-BA01-A94F7396A7DC}" type="slidenum">
              <a:rPr lang="en-US" smtClean="0"/>
              <a:pPr defTabSz="1088421"/>
              <a:t>‹#›</a:t>
            </a:fld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EA3E28B-F7AC-49D0-8E77-F09CC76C6D4C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Confidential | Authorized</a:t>
            </a:r>
          </a:p>
        </p:txBody>
      </p:sp>
    </p:spTree>
    <p:extLst>
      <p:ext uri="{BB962C8B-B14F-4D97-AF65-F5344CB8AC3E}">
        <p14:creationId xmlns:p14="http://schemas.microsoft.com/office/powerpoint/2010/main" val="2251658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/>
          <p:cNvSpPr>
            <a:spLocks noGrp="1"/>
          </p:cNvSpPr>
          <p:nvPr>
            <p:ph sz="quarter" idx="18"/>
          </p:nvPr>
        </p:nvSpPr>
        <p:spPr>
          <a:xfrm>
            <a:off x="6260021" y="1165860"/>
            <a:ext cx="5523992" cy="5100637"/>
          </a:xfrm>
          <a:prstGeom prst="rect">
            <a:avLst/>
          </a:prstGeom>
          <a:ln>
            <a:noFill/>
            <a:miter lim="800000"/>
          </a:ln>
        </p:spPr>
        <p:txBody>
          <a:bodyPr lIns="0" rIns="0"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1"/>
          <p:cNvSpPr>
            <a:spLocks noGrp="1"/>
          </p:cNvSpPr>
          <p:nvPr>
            <p:ph sz="quarter" idx="17"/>
          </p:nvPr>
        </p:nvSpPr>
        <p:spPr>
          <a:xfrm>
            <a:off x="385100" y="1165860"/>
            <a:ext cx="5523992" cy="5100637"/>
          </a:xfrm>
          <a:prstGeom prst="rect">
            <a:avLst/>
          </a:prstGeom>
          <a:ln>
            <a:noFill/>
            <a:miter lim="800000"/>
          </a:ln>
        </p:spPr>
        <p:txBody>
          <a:bodyPr lIns="0" rIns="0"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BAE68A-27A7-6C3D-4142-7F3922D49B3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algn="r"/>
            <a:r>
              <a:rPr lang="en-US" dirty="0"/>
              <a:t>Confidential | Authorized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444F98-C525-C008-1B46-B4DCF8808DE4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4243D16-78B0-BF7E-7EE9-B51138BA7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34827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2)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C2D9C38D-0C96-4F06-9088-13547C056F33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6260021" y="1541417"/>
            <a:ext cx="5523992" cy="4729841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0" bIns="45720"/>
          <a:lstStyle>
            <a:lvl1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Content Placeholder 1">
            <a:extLst>
              <a:ext uri="{FF2B5EF4-FFF2-40B4-BE49-F238E27FC236}">
                <a16:creationId xmlns:a16="http://schemas.microsoft.com/office/drawing/2014/main" id="{790CE829-C5DB-4D0F-8D68-9F31A94FC42A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374904" y="1541418"/>
            <a:ext cx="5523992" cy="4729842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91440" bIns="45720"/>
          <a:lstStyle>
            <a:lvl1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974DB35-5793-0F87-263A-3DF2B2C45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4" y="393192"/>
            <a:ext cx="11442628" cy="775846"/>
          </a:xfrm>
        </p:spPr>
        <p:txBody>
          <a:bodyPr lIns="0" tIns="0" rIns="91440" bIns="0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</a:t>
            </a:r>
            <a:br>
              <a:rPr lang="en-US" dirty="0"/>
            </a:br>
            <a:r>
              <a:rPr lang="en-US" dirty="0"/>
              <a:t>two-line title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1D58A9-ACB6-18F7-EA6C-D39468541C2F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r"/>
            <a:r>
              <a:rPr lang="en-US" dirty="0"/>
              <a:t>Confidential | Authorized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693A83-2C34-7CA2-21A7-C377B3F9D1C2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4413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C2D9C38D-0C96-4F06-9088-13547C056F33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6260021" y="1541418"/>
            <a:ext cx="5523992" cy="4737462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0" bIns="45720"/>
          <a:lstStyle>
            <a:lvl1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Content Placeholder 1">
            <a:extLst>
              <a:ext uri="{FF2B5EF4-FFF2-40B4-BE49-F238E27FC236}">
                <a16:creationId xmlns:a16="http://schemas.microsoft.com/office/drawing/2014/main" id="{790CE829-C5DB-4D0F-8D68-9F31A94FC42A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374904" y="1541418"/>
            <a:ext cx="5523992" cy="4737462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91440" bIns="45720"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Subtitle">
            <a:extLst>
              <a:ext uri="{FF2B5EF4-FFF2-40B4-BE49-F238E27FC236}">
                <a16:creationId xmlns:a16="http://schemas.microsoft.com/office/drawing/2014/main" id="{BE367876-B551-4115-B469-74C12D0C1CE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4904" y="854202"/>
            <a:ext cx="11433978" cy="369486"/>
          </a:xfrm>
          <a:prstGeom prst="rect">
            <a:avLst/>
          </a:prstGeom>
        </p:spPr>
        <p:txBody>
          <a:bodyPr vert="horz" lIns="0" tIns="0" rIns="91440" bIns="45720" rtlCol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aseline="0" dirty="0">
                <a:solidFill>
                  <a:schemeClr val="tx1"/>
                </a:solidFill>
                <a:latin typeface="+mn-lt"/>
              </a:defRPr>
            </a:lvl1pPr>
          </a:lstStyle>
          <a:p>
            <a:pPr marL="182880" lvl="0" indent="-182880">
              <a:spcBef>
                <a:spcPts val="0"/>
              </a:spcBef>
            </a:pPr>
            <a:r>
              <a:rPr lang="en-US" dirty="0"/>
              <a:t>Click to add one-line subtitle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974DB35-5793-0F87-263A-3DF2B2C45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4" y="393192"/>
            <a:ext cx="11433978" cy="415498"/>
          </a:xfrm>
        </p:spPr>
        <p:txBody>
          <a:bodyPr lIns="0" tIns="0" rIns="91440" bIns="0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1D58A9-ACB6-18F7-EA6C-D39468541C2F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r"/>
            <a:r>
              <a:rPr lang="en-US" dirty="0"/>
              <a:t>Confidential | Authorized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693A83-2C34-7CA2-21A7-C377B3F9D1C2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7092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2), Sub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C2D9C38D-0C96-4F06-9088-13547C056F33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6260021" y="1888133"/>
            <a:ext cx="5523992" cy="4383126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0" bIns="45720"/>
          <a:lstStyle>
            <a:lvl1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Content Placeholder 1">
            <a:extLst>
              <a:ext uri="{FF2B5EF4-FFF2-40B4-BE49-F238E27FC236}">
                <a16:creationId xmlns:a16="http://schemas.microsoft.com/office/drawing/2014/main" id="{790CE829-C5DB-4D0F-8D68-9F31A94FC42A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374904" y="1888132"/>
            <a:ext cx="5523992" cy="4383127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91440" bIns="45720"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Subtitle">
            <a:extLst>
              <a:ext uri="{FF2B5EF4-FFF2-40B4-BE49-F238E27FC236}">
                <a16:creationId xmlns:a16="http://schemas.microsoft.com/office/drawing/2014/main" id="{BE367876-B551-4115-B469-74C12D0C1CE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4904" y="1216152"/>
            <a:ext cx="11433978" cy="369486"/>
          </a:xfrm>
          <a:prstGeom prst="rect">
            <a:avLst/>
          </a:prstGeom>
        </p:spPr>
        <p:txBody>
          <a:bodyPr vert="horz" lIns="0" tIns="0" rIns="0" bIns="45720" rtlCol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aseline="0" dirty="0">
                <a:solidFill>
                  <a:schemeClr val="tx1"/>
                </a:solidFill>
                <a:latin typeface="+mn-lt"/>
              </a:defRPr>
            </a:lvl1pPr>
          </a:lstStyle>
          <a:p>
            <a:pPr marL="182880" lvl="0" indent="-182880">
              <a:spcBef>
                <a:spcPts val="0"/>
              </a:spcBef>
            </a:pPr>
            <a:r>
              <a:rPr lang="en-US" dirty="0"/>
              <a:t>Click to add one-line subtitle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974DB35-5793-0F87-263A-3DF2B2C45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4" y="393192"/>
            <a:ext cx="11442628" cy="775846"/>
          </a:xfrm>
        </p:spPr>
        <p:txBody>
          <a:bodyPr lIns="0" tIns="0" rIns="91440" bIns="0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</a:t>
            </a:r>
            <a:br>
              <a:rPr lang="en-US" dirty="0"/>
            </a:br>
            <a:r>
              <a:rPr lang="en-US" dirty="0"/>
              <a:t>two-line title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1D58A9-ACB6-18F7-EA6C-D39468541C2F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r"/>
            <a:r>
              <a:rPr lang="en-US" dirty="0"/>
              <a:t>Confidential | Authorized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693A83-2C34-7CA2-21A7-C377B3F9D1C2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6918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and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14"/>
          <p:cNvSpPr>
            <a:spLocks noGrp="1"/>
          </p:cNvSpPr>
          <p:nvPr>
            <p:ph sz="quarter" idx="17"/>
          </p:nvPr>
        </p:nvSpPr>
        <p:spPr>
          <a:xfrm>
            <a:off x="374904" y="1541418"/>
            <a:ext cx="5523992" cy="4729842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91440" bIns="45720"/>
          <a:lstStyle>
            <a:lvl1pPr>
              <a:spcAft>
                <a:spcPts val="0"/>
              </a:spcAft>
              <a:defRPr>
                <a:solidFill>
                  <a:schemeClr val="tx1"/>
                </a:solidFill>
                <a:latin typeface="HPE Graphik" pitchFamily="50" charset="0"/>
              </a:defRPr>
            </a:lvl1pPr>
            <a:lvl2pPr>
              <a:spcAft>
                <a:spcPts val="0"/>
              </a:spcAft>
              <a:defRPr>
                <a:solidFill>
                  <a:schemeClr val="tx1"/>
                </a:solidFill>
                <a:latin typeface="HPE Graphik" pitchFamily="50" charset="0"/>
              </a:defRPr>
            </a:lvl2pPr>
            <a:lvl3pPr>
              <a:spcAft>
                <a:spcPts val="0"/>
              </a:spcAft>
              <a:defRPr>
                <a:solidFill>
                  <a:schemeClr val="tx1"/>
                </a:solidFill>
                <a:latin typeface="HPE Graphik" pitchFamily="50" charset="0"/>
              </a:defRPr>
            </a:lvl3pPr>
            <a:lvl4pPr>
              <a:spcAft>
                <a:spcPts val="0"/>
              </a:spcAft>
              <a:defRPr>
                <a:solidFill>
                  <a:schemeClr val="tx1"/>
                </a:solidFill>
                <a:latin typeface="HPE Graphik" pitchFamily="50" charset="0"/>
              </a:defRPr>
            </a:lvl4pPr>
            <a:lvl5pPr>
              <a:spcAft>
                <a:spcPts val="0"/>
              </a:spcAft>
              <a:defRPr>
                <a:solidFill>
                  <a:schemeClr val="tx1"/>
                </a:solidFill>
                <a:latin typeface="HPE Graphik" pitchFamily="5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4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374903" y="1129022"/>
            <a:ext cx="5523992" cy="369486"/>
          </a:xfrm>
          <a:prstGeom prst="rect">
            <a:avLst/>
          </a:prstGeom>
          <a:ln>
            <a:noFill/>
            <a:miter lim="800000"/>
          </a:ln>
        </p:spPr>
        <p:txBody>
          <a:bodyPr lIns="0" tIns="0" rIns="91440" bIns="45720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 dirty="0"/>
              <a:t>Click to add one-line heading</a:t>
            </a:r>
          </a:p>
        </p:txBody>
      </p:sp>
      <p:sp>
        <p:nvSpPr>
          <p:cNvPr id="25" name="Content Placeholder 14"/>
          <p:cNvSpPr>
            <a:spLocks noGrp="1"/>
          </p:cNvSpPr>
          <p:nvPr>
            <p:ph sz="quarter" idx="20"/>
          </p:nvPr>
        </p:nvSpPr>
        <p:spPr>
          <a:xfrm>
            <a:off x="6260021" y="1541418"/>
            <a:ext cx="5523992" cy="4729842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0" bIns="45720"/>
          <a:lstStyle>
            <a:lvl1pPr>
              <a:spcAft>
                <a:spcPts val="0"/>
              </a:spcAft>
              <a:defRPr>
                <a:solidFill>
                  <a:srgbClr val="292D3A"/>
                </a:solidFill>
                <a:latin typeface="HPE Graphik" pitchFamily="50" charset="0"/>
              </a:defRPr>
            </a:lvl1pPr>
            <a:lvl2pPr>
              <a:spcAft>
                <a:spcPts val="0"/>
              </a:spcAft>
              <a:defRPr>
                <a:solidFill>
                  <a:srgbClr val="292D3A"/>
                </a:solidFill>
                <a:latin typeface="HPE Graphik" pitchFamily="50" charset="0"/>
              </a:defRPr>
            </a:lvl2pPr>
            <a:lvl3pPr>
              <a:spcAft>
                <a:spcPts val="0"/>
              </a:spcAft>
              <a:defRPr>
                <a:solidFill>
                  <a:srgbClr val="292D3A"/>
                </a:solidFill>
                <a:latin typeface="HPE Graphik" pitchFamily="50" charset="0"/>
              </a:defRPr>
            </a:lvl3pPr>
            <a:lvl4pPr>
              <a:spcAft>
                <a:spcPts val="0"/>
              </a:spcAft>
              <a:defRPr>
                <a:solidFill>
                  <a:srgbClr val="292D3A"/>
                </a:solidFill>
                <a:latin typeface="HPE Graphik" pitchFamily="50" charset="0"/>
              </a:defRPr>
            </a:lvl4pPr>
            <a:lvl5pPr>
              <a:spcAft>
                <a:spcPts val="0"/>
              </a:spcAft>
              <a:defRPr>
                <a:solidFill>
                  <a:srgbClr val="292D3A"/>
                </a:solidFill>
                <a:latin typeface="HPE Graphik" pitchFamily="5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6" name="Text Placeholder 7"/>
          <p:cNvSpPr>
            <a:spLocks noGrp="1"/>
          </p:cNvSpPr>
          <p:nvPr>
            <p:ph type="body" sz="quarter" idx="21" hasCustomPrompt="1"/>
          </p:nvPr>
        </p:nvSpPr>
        <p:spPr>
          <a:xfrm>
            <a:off x="6260399" y="1129022"/>
            <a:ext cx="5523992" cy="369486"/>
          </a:xfrm>
          <a:prstGeom prst="rect">
            <a:avLst/>
          </a:prstGeom>
          <a:ln>
            <a:noFill/>
            <a:miter lim="800000"/>
          </a:ln>
        </p:spPr>
        <p:txBody>
          <a:bodyPr lIns="0" tIns="0" rIns="91440" bIns="45720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000" b="1" baseline="0">
                <a:solidFill>
                  <a:srgbClr val="292D3A"/>
                </a:solidFill>
                <a:latin typeface="Arial" panose="020B0604020202020204" pitchFamily="34" charset="0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 dirty="0"/>
              <a:t>Click to add one-line heading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3A8584B-E718-4F58-9AF1-BDBF5AD7F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4" y="393192"/>
            <a:ext cx="11433978" cy="415498"/>
          </a:xfrm>
        </p:spPr>
        <p:txBody>
          <a:bodyPr lIns="0" tIns="0" rIns="91440" bIns="0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21F8B9-A226-C863-E39B-92687650DAAD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r"/>
            <a:r>
              <a:rPr lang="en-US" dirty="0"/>
              <a:t>Confidential | Authorized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2C88C5-7051-4300-5EDA-B8F76B6C396C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0104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, Subtitle and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C2D9C38D-0C96-4F06-9088-13547C056F33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6260021" y="1888133"/>
            <a:ext cx="5523992" cy="4390746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0" bIns="45720"/>
          <a:lstStyle>
            <a:lvl1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5" name="Heading 2">
            <a:extLst>
              <a:ext uri="{FF2B5EF4-FFF2-40B4-BE49-F238E27FC236}">
                <a16:creationId xmlns:a16="http://schemas.microsoft.com/office/drawing/2014/main" id="{0F35A58C-1284-494F-A5A7-A8680CA3222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60021" y="1473135"/>
            <a:ext cx="5523992" cy="369486"/>
          </a:xfrm>
          <a:prstGeom prst="rect">
            <a:avLst/>
          </a:prstGeom>
          <a:ln>
            <a:noFill/>
            <a:miter lim="800000"/>
          </a:ln>
        </p:spPr>
        <p:txBody>
          <a:bodyPr lIns="0" tIns="0" rIns="91440" bIns="45720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 dirty="0"/>
              <a:t>Click to add one-line heading</a:t>
            </a:r>
          </a:p>
        </p:txBody>
      </p:sp>
      <p:sp>
        <p:nvSpPr>
          <p:cNvPr id="21" name="Content Placeholder 1">
            <a:extLst>
              <a:ext uri="{FF2B5EF4-FFF2-40B4-BE49-F238E27FC236}">
                <a16:creationId xmlns:a16="http://schemas.microsoft.com/office/drawing/2014/main" id="{790CE829-C5DB-4D0F-8D68-9F31A94FC42A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374904" y="1888132"/>
            <a:ext cx="5523992" cy="4390747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91440" bIns="45720"/>
          <a:lstStyle>
            <a:lvl1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9" name="Heading 1">
            <a:extLst>
              <a:ext uri="{FF2B5EF4-FFF2-40B4-BE49-F238E27FC236}">
                <a16:creationId xmlns:a16="http://schemas.microsoft.com/office/drawing/2014/main" id="{4FFD9C8F-5583-4BD3-BF48-097D5D045AD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4904" y="1473135"/>
            <a:ext cx="5523992" cy="369486"/>
          </a:xfrm>
          <a:prstGeom prst="rect">
            <a:avLst/>
          </a:prstGeom>
          <a:ln>
            <a:noFill/>
            <a:miter lim="800000"/>
          </a:ln>
        </p:spPr>
        <p:txBody>
          <a:bodyPr lIns="0" tIns="0" rIns="91440" bIns="45720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 dirty="0"/>
              <a:t>Click to add one-line heading</a:t>
            </a:r>
          </a:p>
        </p:txBody>
      </p:sp>
      <p:sp>
        <p:nvSpPr>
          <p:cNvPr id="15" name="Subtitle">
            <a:extLst>
              <a:ext uri="{FF2B5EF4-FFF2-40B4-BE49-F238E27FC236}">
                <a16:creationId xmlns:a16="http://schemas.microsoft.com/office/drawing/2014/main" id="{BE367876-B551-4115-B469-74C12D0C1CE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4904" y="854202"/>
            <a:ext cx="11433978" cy="369486"/>
          </a:xfrm>
          <a:prstGeom prst="rect">
            <a:avLst/>
          </a:prstGeom>
        </p:spPr>
        <p:txBody>
          <a:bodyPr vert="horz" lIns="0" tIns="0" rIns="91440" bIns="45720" rtlCol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aseline="0" dirty="0">
                <a:solidFill>
                  <a:schemeClr val="tx1"/>
                </a:solidFill>
                <a:latin typeface="+mn-lt"/>
              </a:defRPr>
            </a:lvl1pPr>
          </a:lstStyle>
          <a:p>
            <a:pPr marL="182880" lvl="0" indent="-182880">
              <a:spcBef>
                <a:spcPts val="0"/>
              </a:spcBef>
            </a:pPr>
            <a:r>
              <a:rPr lang="en-US" dirty="0"/>
              <a:t>Click to add one-line subtitle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5B4DC083-771D-42FC-A297-31FED0158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4" y="393192"/>
            <a:ext cx="11433978" cy="415498"/>
          </a:xfrm>
        </p:spPr>
        <p:txBody>
          <a:bodyPr lIns="0" tIns="0" rIns="91440" bIns="0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02BBC2-BD44-DEAF-58E4-737CC53BBBD3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r"/>
            <a:r>
              <a:rPr lang="en-US" dirty="0"/>
              <a:t>Confidential | Authorized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DD5D5E-5ECA-A659-E4D1-059428798A68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0263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3"/>
          <p:cNvSpPr>
            <a:spLocks noGrp="1"/>
          </p:cNvSpPr>
          <p:nvPr>
            <p:ph sz="quarter" idx="19"/>
          </p:nvPr>
        </p:nvSpPr>
        <p:spPr>
          <a:xfrm>
            <a:off x="8152474" y="1165860"/>
            <a:ext cx="3628711" cy="5100637"/>
          </a:xfrm>
          <a:prstGeom prst="rect">
            <a:avLst/>
          </a:prstGeom>
          <a:ln>
            <a:noFill/>
            <a:miter lim="800000"/>
          </a:ln>
        </p:spPr>
        <p:txBody>
          <a:bodyPr lIns="0" rIns="0"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Content Placeholder 2"/>
          <p:cNvSpPr>
            <a:spLocks noGrp="1"/>
          </p:cNvSpPr>
          <p:nvPr>
            <p:ph sz="quarter" idx="18"/>
          </p:nvPr>
        </p:nvSpPr>
        <p:spPr>
          <a:xfrm>
            <a:off x="4268787" y="1165860"/>
            <a:ext cx="3628711" cy="5100637"/>
          </a:xfrm>
          <a:prstGeom prst="rect">
            <a:avLst/>
          </a:prstGeom>
          <a:ln>
            <a:noFill/>
            <a:miter lim="800000"/>
          </a:ln>
        </p:spPr>
        <p:txBody>
          <a:bodyPr lIns="0" rIns="0"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Content Placeholder 1"/>
          <p:cNvSpPr>
            <a:spLocks noGrp="1"/>
          </p:cNvSpPr>
          <p:nvPr>
            <p:ph sz="quarter" idx="17"/>
          </p:nvPr>
        </p:nvSpPr>
        <p:spPr>
          <a:xfrm>
            <a:off x="385100" y="1165860"/>
            <a:ext cx="3628711" cy="5100637"/>
          </a:xfrm>
          <a:prstGeom prst="rect">
            <a:avLst/>
          </a:prstGeom>
          <a:ln>
            <a:noFill/>
            <a:miter lim="800000"/>
          </a:ln>
        </p:spPr>
        <p:txBody>
          <a:bodyPr lIns="0" rIns="0"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EAC09279-0D09-4109-A953-16A88732F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4" y="393192"/>
            <a:ext cx="11433978" cy="415498"/>
          </a:xfrm>
        </p:spPr>
        <p:txBody>
          <a:bodyPr lIns="0" tIns="0" rIns="91440" bIns="0" anchor="t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7EAFD6-415C-88F0-6EE5-4D5D4B8A954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r"/>
            <a:r>
              <a:rPr lang="en-US" dirty="0"/>
              <a:t>Confidential | Authorized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81A8C7-DBC3-6CA7-393A-B76EB01BD15A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7728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2) and Three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F93031B0-6E1E-B6BC-F704-43FCCED1C6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4" y="393192"/>
            <a:ext cx="11442628" cy="775846"/>
          </a:xfrm>
        </p:spPr>
        <p:txBody>
          <a:bodyPr lIns="0" tIns="0" rIns="91440" bIns="0" anchor="t" anchorCtr="0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</a:t>
            </a:r>
            <a:br>
              <a:rPr lang="en-US" dirty="0"/>
            </a:br>
            <a:r>
              <a:rPr lang="en-US" dirty="0"/>
              <a:t>two-line 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7A4816A-A410-795D-BEA0-AED8FFD5F4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V="1">
            <a:off x="374651" y="6402311"/>
            <a:ext cx="527812" cy="150888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1CB3F7-BD80-2E75-509D-9F8010556A9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r"/>
            <a:r>
              <a:rPr lang="en-US" dirty="0"/>
              <a:t>Confidential | Authorized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99F5B5-25C5-2F5D-8947-057651169F8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CE933D73-FF2E-5038-2928-57B052E6DEC6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186492" y="1541418"/>
            <a:ext cx="3631039" cy="4729842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0" bIns="45720" anchor="t"/>
          <a:lstStyle>
            <a:lvl1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5CFBF7C-9A9D-283B-3040-62F4E8BBA2B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276344" y="1541418"/>
            <a:ext cx="3631039" cy="4729842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0" bIns="45720" anchor="t"/>
          <a:lstStyle>
            <a:lvl1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0B5786B1-1D78-07AE-99E2-9ACA6A302D5C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74904" y="1541418"/>
            <a:ext cx="3631039" cy="4729842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0" bIns="45720" anchor="t"/>
          <a:lstStyle>
            <a:lvl1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7079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ubtitle">
            <a:extLst>
              <a:ext uri="{FF2B5EF4-FFF2-40B4-BE49-F238E27FC236}">
                <a16:creationId xmlns:a16="http://schemas.microsoft.com/office/drawing/2014/main" id="{C831EBB5-21C4-4F56-9D7F-EDB7844B96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4904" y="854202"/>
            <a:ext cx="11433978" cy="369486"/>
          </a:xfrm>
          <a:prstGeom prst="rect">
            <a:avLst/>
          </a:prstGeom>
        </p:spPr>
        <p:txBody>
          <a:bodyPr vert="horz" lIns="0" tIns="0" rIns="91440" bIns="45720" rtlCol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aseline="0" dirty="0">
                <a:solidFill>
                  <a:schemeClr val="tx1"/>
                </a:solidFill>
                <a:latin typeface="+mn-lt"/>
              </a:defRPr>
            </a:lvl1pPr>
          </a:lstStyle>
          <a:p>
            <a:pPr marL="182880" lvl="0" indent="-182880">
              <a:spcBef>
                <a:spcPts val="0"/>
              </a:spcBef>
            </a:pPr>
            <a:r>
              <a:rPr lang="en-US" dirty="0"/>
              <a:t>Click to add one-line subtitle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C9EF0ECA-DE60-41FE-A905-507AB710E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1074A59D-DDE4-4FB2-838A-D5C8E7AD19E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186492" y="1541418"/>
            <a:ext cx="3631039" cy="4729842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0" bIns="45720" anchor="t"/>
          <a:lstStyle>
            <a:lvl1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F2DA2588-EB78-4045-A57D-317AA672516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276344" y="1541418"/>
            <a:ext cx="3631039" cy="4729842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0" bIns="45720" anchor="t"/>
          <a:lstStyle>
            <a:lvl1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1" name="Content Placeholder 1">
            <a:extLst>
              <a:ext uri="{FF2B5EF4-FFF2-40B4-BE49-F238E27FC236}">
                <a16:creationId xmlns:a16="http://schemas.microsoft.com/office/drawing/2014/main" id="{31336B0C-F91E-47D8-936F-836334818CB0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74904" y="1541418"/>
            <a:ext cx="3631039" cy="4729842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0" bIns="45720" anchor="t"/>
          <a:lstStyle>
            <a:lvl1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5285DB-111F-371C-CCBA-1DD3F3E0D338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r"/>
            <a:r>
              <a:rPr lang="en-US" dirty="0"/>
              <a:t>Confidential | Authorized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8A4F95-E980-ECB5-112F-5B4A2D0D7706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0214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2), Subtitle and Three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2160BF6E-DA8E-1A7C-AB98-3EE8B0248F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4904" y="1216152"/>
            <a:ext cx="11442626" cy="369486"/>
          </a:xfrm>
          <a:prstGeom prst="rect">
            <a:avLst/>
          </a:prstGeom>
        </p:spPr>
        <p:txBody>
          <a:bodyPr tIns="0"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Optional subhead placeholder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F93031B0-6E1E-B6BC-F704-43FCCED1C6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4" y="393192"/>
            <a:ext cx="11442628" cy="775846"/>
          </a:xfrm>
        </p:spPr>
        <p:txBody>
          <a:bodyPr lIns="0" tIns="0" rIns="91440" bIns="0" anchor="t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</a:t>
            </a:r>
            <a:br>
              <a:rPr lang="en-US" dirty="0"/>
            </a:br>
            <a:r>
              <a:rPr lang="en-US" dirty="0"/>
              <a:t>two-line 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7A4816A-A410-795D-BEA0-AED8FFD5F4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V="1">
            <a:off x="374651" y="6402311"/>
            <a:ext cx="527812" cy="150888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6B5E63-2A42-E758-4078-93602512C48E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r"/>
            <a:r>
              <a:rPr lang="en-US" dirty="0"/>
              <a:t>Confidential | Authorized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BBC2BF-0D27-EE97-15E2-3172489A9EF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E1F0C114-EFF4-4AC2-300D-DD8958809D03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146122" y="1896841"/>
            <a:ext cx="3628710" cy="4390747"/>
          </a:xfrm>
          <a:prstGeom prst="rect">
            <a:avLst/>
          </a:prstGeom>
          <a:ln>
            <a:noFill/>
            <a:miter lim="800000"/>
          </a:ln>
        </p:spPr>
        <p:txBody>
          <a:bodyPr lIns="0" rIns="0"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B155FBF-4BEC-C1E1-CB2C-2ED0CF71CC1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265611" y="1888132"/>
            <a:ext cx="3628710" cy="4390747"/>
          </a:xfrm>
          <a:prstGeom prst="rect">
            <a:avLst/>
          </a:prstGeom>
          <a:ln>
            <a:noFill/>
            <a:miter lim="800000"/>
          </a:ln>
        </p:spPr>
        <p:txBody>
          <a:bodyPr lIns="0" rIns="0"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">
            <a:extLst>
              <a:ext uri="{FF2B5EF4-FFF2-40B4-BE49-F238E27FC236}">
                <a16:creationId xmlns:a16="http://schemas.microsoft.com/office/drawing/2014/main" id="{15D01BB8-727D-8CA2-AA4D-A23CC782B59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85100" y="1888132"/>
            <a:ext cx="3628710" cy="4390747"/>
          </a:xfrm>
          <a:prstGeom prst="rect">
            <a:avLst/>
          </a:prstGeom>
          <a:ln>
            <a:noFill/>
            <a:miter lim="800000"/>
          </a:ln>
        </p:spPr>
        <p:txBody>
          <a:bodyPr lIns="0" rIns="0"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1733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and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Content Placeholder 3"/>
          <p:cNvSpPr>
            <a:spLocks noGrp="1"/>
          </p:cNvSpPr>
          <p:nvPr>
            <p:ph sz="quarter" idx="22"/>
          </p:nvPr>
        </p:nvSpPr>
        <p:spPr>
          <a:xfrm>
            <a:off x="8186492" y="1541418"/>
            <a:ext cx="3631039" cy="4729842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0" bIns="45720" anchor="t"/>
          <a:lstStyle>
            <a:lvl1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Heading 3"/>
          <p:cNvSpPr>
            <a:spLocks noGrp="1"/>
          </p:cNvSpPr>
          <p:nvPr>
            <p:ph type="body" sz="quarter" idx="21" hasCustomPrompt="1"/>
          </p:nvPr>
        </p:nvSpPr>
        <p:spPr>
          <a:xfrm>
            <a:off x="8186492" y="1142201"/>
            <a:ext cx="3631039" cy="369486"/>
          </a:xfrm>
          <a:prstGeom prst="rect">
            <a:avLst/>
          </a:prstGeom>
          <a:ln>
            <a:noFill/>
            <a:miter lim="800000"/>
          </a:ln>
        </p:spPr>
        <p:txBody>
          <a:bodyPr lIns="0" tIns="0" rIns="91440" bIns="45720" anchor="t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25" name="Content Placeholder 2"/>
          <p:cNvSpPr>
            <a:spLocks noGrp="1"/>
          </p:cNvSpPr>
          <p:nvPr>
            <p:ph sz="quarter" idx="18"/>
          </p:nvPr>
        </p:nvSpPr>
        <p:spPr>
          <a:xfrm>
            <a:off x="4276344" y="1541418"/>
            <a:ext cx="3631039" cy="4729842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0" bIns="45720" anchor="t"/>
          <a:lstStyle>
            <a:lvl1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7" name="Heading 2"/>
          <p:cNvSpPr>
            <a:spLocks noGrp="1"/>
          </p:cNvSpPr>
          <p:nvPr>
            <p:ph type="body" sz="quarter" idx="23" hasCustomPrompt="1"/>
          </p:nvPr>
        </p:nvSpPr>
        <p:spPr>
          <a:xfrm>
            <a:off x="4276344" y="1142201"/>
            <a:ext cx="3631039" cy="369486"/>
          </a:xfrm>
          <a:prstGeom prst="rect">
            <a:avLst/>
          </a:prstGeom>
          <a:ln>
            <a:noFill/>
            <a:miter lim="800000"/>
          </a:ln>
        </p:spPr>
        <p:txBody>
          <a:bodyPr lIns="0" tIns="0" rIns="91440" bIns="45720" anchor="t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24" name="Content Placeholder 1"/>
          <p:cNvSpPr>
            <a:spLocks noGrp="1"/>
          </p:cNvSpPr>
          <p:nvPr>
            <p:ph sz="quarter" idx="17"/>
          </p:nvPr>
        </p:nvSpPr>
        <p:spPr>
          <a:xfrm>
            <a:off x="374904" y="1541418"/>
            <a:ext cx="3631039" cy="4729842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0" bIns="45720" anchor="t"/>
          <a:lstStyle>
            <a:lvl1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Heading 1"/>
          <p:cNvSpPr>
            <a:spLocks noGrp="1"/>
          </p:cNvSpPr>
          <p:nvPr>
            <p:ph type="body" sz="quarter" idx="19" hasCustomPrompt="1"/>
          </p:nvPr>
        </p:nvSpPr>
        <p:spPr>
          <a:xfrm>
            <a:off x="374905" y="1142201"/>
            <a:ext cx="3631039" cy="369486"/>
          </a:xfrm>
          <a:prstGeom prst="rect">
            <a:avLst/>
          </a:prstGeom>
          <a:ln>
            <a:noFill/>
            <a:miter lim="800000"/>
          </a:ln>
        </p:spPr>
        <p:txBody>
          <a:bodyPr lIns="0" tIns="0" rIns="91440" bIns="45720" anchor="t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24EE87AE-0267-4C69-AFD6-F9C64969A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3" y="393192"/>
            <a:ext cx="11442627" cy="415498"/>
          </a:xfrm>
        </p:spPr>
        <p:txBody>
          <a:bodyPr lIns="0" tIns="0" rIns="91440" bIns="0" anchor="t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9555D4-44D6-AEAB-C73E-7D5E09D78D60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r"/>
            <a:r>
              <a:rPr lang="en-US" dirty="0"/>
              <a:t>Confidential | Authorized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DBD838-E55E-389E-324E-987E3489B3BD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2974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, Subtitle and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1074A59D-DDE4-4FB2-838A-D5C8E7AD19E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146122" y="1896841"/>
            <a:ext cx="3628710" cy="4390747"/>
          </a:xfrm>
          <a:prstGeom prst="rect">
            <a:avLst/>
          </a:prstGeom>
          <a:ln>
            <a:noFill/>
            <a:miter lim="800000"/>
          </a:ln>
        </p:spPr>
        <p:txBody>
          <a:bodyPr lIns="0" rIns="0"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Heading 3">
            <a:extLst>
              <a:ext uri="{FF2B5EF4-FFF2-40B4-BE49-F238E27FC236}">
                <a16:creationId xmlns:a16="http://schemas.microsoft.com/office/drawing/2014/main" id="{2B395F8D-D2D6-46E9-A9E6-236C365E0BE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46122" y="1499259"/>
            <a:ext cx="3631039" cy="369486"/>
          </a:xfrm>
          <a:prstGeom prst="rect">
            <a:avLst/>
          </a:prstGeom>
          <a:ln>
            <a:noFill/>
            <a:miter lim="800000"/>
          </a:ln>
        </p:spPr>
        <p:txBody>
          <a:bodyPr lIns="0" tIns="0" rIns="91440" bIns="45720" anchor="t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F2DA2588-EB78-4045-A57D-317AA672516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265611" y="1888132"/>
            <a:ext cx="3628710" cy="4390747"/>
          </a:xfrm>
          <a:prstGeom prst="rect">
            <a:avLst/>
          </a:prstGeom>
          <a:ln>
            <a:noFill/>
            <a:miter lim="800000"/>
          </a:ln>
        </p:spPr>
        <p:txBody>
          <a:bodyPr lIns="0" rIns="0"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Heading 2">
            <a:extLst>
              <a:ext uri="{FF2B5EF4-FFF2-40B4-BE49-F238E27FC236}">
                <a16:creationId xmlns:a16="http://schemas.microsoft.com/office/drawing/2014/main" id="{1E3C34FD-66F2-429D-BA98-17802C5C837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265611" y="1490550"/>
            <a:ext cx="3631039" cy="369486"/>
          </a:xfrm>
          <a:prstGeom prst="rect">
            <a:avLst/>
          </a:prstGeom>
          <a:ln>
            <a:noFill/>
            <a:miter lim="800000"/>
          </a:ln>
        </p:spPr>
        <p:txBody>
          <a:bodyPr lIns="0" tIns="0" rIns="91440" bIns="45720" anchor="t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31" name="Content Placeholder 1">
            <a:extLst>
              <a:ext uri="{FF2B5EF4-FFF2-40B4-BE49-F238E27FC236}">
                <a16:creationId xmlns:a16="http://schemas.microsoft.com/office/drawing/2014/main" id="{31336B0C-F91E-47D8-936F-836334818CB0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85100" y="1888132"/>
            <a:ext cx="3628710" cy="4390747"/>
          </a:xfrm>
          <a:prstGeom prst="rect">
            <a:avLst/>
          </a:prstGeom>
          <a:ln>
            <a:noFill/>
            <a:miter lim="800000"/>
          </a:ln>
        </p:spPr>
        <p:txBody>
          <a:bodyPr lIns="0" rIns="0"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9" name="Heading 1">
            <a:extLst>
              <a:ext uri="{FF2B5EF4-FFF2-40B4-BE49-F238E27FC236}">
                <a16:creationId xmlns:a16="http://schemas.microsoft.com/office/drawing/2014/main" id="{2C5A79F9-54A7-42C3-958C-707025A7513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4905" y="1490550"/>
            <a:ext cx="3631039" cy="369486"/>
          </a:xfrm>
          <a:prstGeom prst="rect">
            <a:avLst/>
          </a:prstGeom>
          <a:ln>
            <a:noFill/>
            <a:miter lim="800000"/>
          </a:ln>
        </p:spPr>
        <p:txBody>
          <a:bodyPr lIns="0" tIns="0" rIns="91440" bIns="45720" anchor="t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C831EBB5-21C4-4F56-9D7F-EDB7844B96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4904" y="854202"/>
            <a:ext cx="11433978" cy="369486"/>
          </a:xfrm>
          <a:prstGeom prst="rect">
            <a:avLst/>
          </a:prstGeom>
        </p:spPr>
        <p:txBody>
          <a:bodyPr vert="horz" lIns="0" tIns="0" rIns="91440" bIns="45720" rtlCol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aseline="0" dirty="0">
                <a:solidFill>
                  <a:schemeClr val="tx1"/>
                </a:solidFill>
                <a:latin typeface="+mn-lt"/>
              </a:defRPr>
            </a:lvl1pPr>
          </a:lstStyle>
          <a:p>
            <a:pPr marL="182880" lvl="0" indent="-182880">
              <a:spcBef>
                <a:spcPts val="0"/>
              </a:spcBef>
            </a:pPr>
            <a:r>
              <a:rPr lang="en-US" dirty="0"/>
              <a:t>Click to add one-line subtitle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C9EF0ECA-DE60-41FE-A905-507AB710E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F4A635-D29C-5A5D-714B-00FFBC11273D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r"/>
            <a:r>
              <a:rPr lang="en-US" dirty="0"/>
              <a:t>Confidential | Authorized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E2F088-5C0B-D552-5583-1D142B559A93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3605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EAE54251-B0D2-4947-83BB-BD7F95F3A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4" y="393192"/>
            <a:ext cx="11433978" cy="413258"/>
          </a:xfrm>
        </p:spPr>
        <p:txBody>
          <a:bodyPr lIns="0" tIns="0" rIns="91440" bIns="0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0F9A92-64E5-9B39-37FB-32E33BE347B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r"/>
            <a:r>
              <a:rPr lang="en-US" dirty="0"/>
              <a:t>Confidential | Authorized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1C6913-628D-910F-538E-B2627BE5888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2441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, 2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">
            <a:extLst>
              <a:ext uri="{FF2B5EF4-FFF2-40B4-BE49-F238E27FC236}">
                <a16:creationId xmlns:a16="http://schemas.microsoft.com/office/drawing/2014/main" id="{7764AC2A-714D-48E6-8850-2398C74A59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4" y="393192"/>
            <a:ext cx="11442628" cy="775846"/>
          </a:xfrm>
        </p:spPr>
        <p:txBody>
          <a:bodyPr lIns="0" tIns="0" rIns="91440" bIns="0" anchor="t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</a:t>
            </a:r>
            <a:br>
              <a:rPr lang="en-US" dirty="0"/>
            </a:br>
            <a:r>
              <a:rPr lang="en-US" dirty="0"/>
              <a:t>two-line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66A10F-E470-2340-640E-A14F8662651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r"/>
            <a:r>
              <a:rPr lang="en-US" dirty="0"/>
              <a:t>Confidential | Authorized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5F6F1F-DB9C-06A9-C184-CF5F49CEF66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57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btitle">
            <a:extLst>
              <a:ext uri="{FF2B5EF4-FFF2-40B4-BE49-F238E27FC236}">
                <a16:creationId xmlns:a16="http://schemas.microsoft.com/office/drawing/2014/main" id="{71AE6212-DACF-49FB-929D-2FA8B00CFD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4904" y="854202"/>
            <a:ext cx="11433978" cy="369486"/>
          </a:xfrm>
          <a:prstGeom prst="rect">
            <a:avLst/>
          </a:prstGeom>
        </p:spPr>
        <p:txBody>
          <a:bodyPr vert="horz" lIns="0" tIns="0" rIns="91440" bIns="45720" rtlCol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000" baseline="0" dirty="0">
                <a:solidFill>
                  <a:schemeClr val="tx1"/>
                </a:solidFill>
                <a:latin typeface="+mn-lt"/>
              </a:defRPr>
            </a:lvl1pPr>
          </a:lstStyle>
          <a:p>
            <a:pPr marL="182880" lvl="0" indent="-182880">
              <a:spcBef>
                <a:spcPts val="0"/>
              </a:spcBef>
            </a:pPr>
            <a:r>
              <a:rPr lang="en-US" dirty="0"/>
              <a:t>Click to add one-line subtitle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0391D03-EF6B-45A2-9268-5A807C7AE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4" y="393192"/>
            <a:ext cx="11433978" cy="413258"/>
          </a:xfrm>
        </p:spPr>
        <p:txBody>
          <a:bodyPr lIns="0" tIns="0" rIns="91440" bIns="0" anchor="t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FA5188-3004-E27B-6C13-6CEBF1DE5A1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r"/>
            <a:r>
              <a:rPr lang="en-US" dirty="0"/>
              <a:t>Confidential | Authorized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A4466B-6230-7EB6-5A32-83ABCAD0DC5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3788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, 2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">
            <a:extLst>
              <a:ext uri="{FF2B5EF4-FFF2-40B4-BE49-F238E27FC236}">
                <a16:creationId xmlns:a16="http://schemas.microsoft.com/office/drawing/2014/main" id="{6957406C-CA6F-47F8-9FC9-A15BE313C4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4904" y="1216152"/>
            <a:ext cx="11442626" cy="369486"/>
          </a:xfrm>
          <a:prstGeom prst="rect">
            <a:avLst/>
          </a:prstGeom>
        </p:spPr>
        <p:txBody>
          <a:bodyPr vert="horz" lIns="0" tIns="0" rIns="0" bIns="4572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000" baseline="0" dirty="0">
                <a:solidFill>
                  <a:schemeClr val="tx1"/>
                </a:solidFill>
                <a:latin typeface="+mn-lt"/>
              </a:defRPr>
            </a:lvl1pPr>
          </a:lstStyle>
          <a:p>
            <a:pPr marL="182880" lvl="0" indent="-182880">
              <a:spcBef>
                <a:spcPts val="0"/>
              </a:spcBef>
            </a:pPr>
            <a:r>
              <a:rPr lang="en-US" dirty="0"/>
              <a:t>Click to add one-line subtitle</a:t>
            </a:r>
          </a:p>
        </p:txBody>
      </p:sp>
      <p:sp>
        <p:nvSpPr>
          <p:cNvPr id="22" name="Title">
            <a:extLst>
              <a:ext uri="{FF2B5EF4-FFF2-40B4-BE49-F238E27FC236}">
                <a16:creationId xmlns:a16="http://schemas.microsoft.com/office/drawing/2014/main" id="{5535819F-7681-4776-AE9B-BEAB22E80C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4" y="393192"/>
            <a:ext cx="11442628" cy="775846"/>
          </a:xfrm>
        </p:spPr>
        <p:txBody>
          <a:bodyPr lIns="0" tIns="0" rIns="91440" bIns="0" anchor="t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</a:t>
            </a:r>
            <a:br>
              <a:rPr lang="en-US" dirty="0"/>
            </a:br>
            <a:r>
              <a:rPr lang="en-US" dirty="0"/>
              <a:t>two-line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0EC1AB-5084-D572-D008-65E0904E99A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r"/>
            <a:r>
              <a:rPr lang="en-US" dirty="0"/>
              <a:t>Confidential | Authorized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3AFB48-7218-4A49-8C9C-891144C1538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1791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">
            <a:extLst>
              <a:ext uri="{FF2B5EF4-FFF2-40B4-BE49-F238E27FC236}">
                <a16:creationId xmlns:a16="http://schemas.microsoft.com/office/drawing/2014/main" id="{184DB124-5DB1-4AD3-9276-D81D2209D170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294255" y="999540"/>
            <a:ext cx="3479038" cy="5100531"/>
          </a:xfrm>
          <a:prstGeom prst="rect">
            <a:avLst/>
          </a:prstGeom>
          <a:ln>
            <a:noFill/>
            <a:miter lim="800000"/>
          </a:ln>
        </p:spPr>
        <p:txBody>
          <a:bodyPr lIns="0" rIns="0"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Picture Placeholder"/>
          <p:cNvSpPr>
            <a:spLocks noGrp="1"/>
          </p:cNvSpPr>
          <p:nvPr>
            <p:ph type="pic" sz="quarter" idx="18" hasCustomPrompt="1"/>
          </p:nvPr>
        </p:nvSpPr>
        <p:spPr>
          <a:xfrm>
            <a:off x="381000" y="999540"/>
            <a:ext cx="7470648" cy="5096460"/>
          </a:xfrm>
          <a:prstGeom prst="rect">
            <a:avLst/>
          </a:prstGeom>
          <a:ln>
            <a:noFill/>
            <a:miter lim="800000"/>
          </a:ln>
        </p:spPr>
        <p:txBody>
          <a:bodyPr anchor="ctr"/>
          <a:lstStyle>
            <a:lvl1pPr marL="0" indent="0" algn="ctr">
              <a:buNone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4B1C1C31-7119-4D9E-8DED-87033B4B0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F377B5-1282-FF1A-9E56-8C043D9FCD98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r"/>
            <a:r>
              <a:rPr lang="en-US" dirty="0"/>
              <a:t>Confidential | Authorized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F3186F-3885-5DE5-8FA5-6CD9D9747D48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4428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58DA0A33-9CC4-4DCC-85C5-5D814DA5F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5A3D17EC-2963-45F0-9DC4-19C039BA810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219023" y="4131540"/>
            <a:ext cx="5564990" cy="20343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BFE93BF0-E1B7-4E00-B095-E182346B5D7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222013" y="985963"/>
            <a:ext cx="5562000" cy="3132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FF3BA045-26B3-4E52-9906-6D3BA87876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4904" y="4181475"/>
            <a:ext cx="5564990" cy="1984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Picture Placeholder 1">
            <a:extLst>
              <a:ext uri="{FF2B5EF4-FFF2-40B4-BE49-F238E27FC236}">
                <a16:creationId xmlns:a16="http://schemas.microsoft.com/office/drawing/2014/main" id="{D48EE7C4-611A-445E-A636-05C3A89474E9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81000" y="999540"/>
            <a:ext cx="5562600" cy="3132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64BF61-1E66-23EC-73D9-9D4373CF4EF7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 algn="r"/>
            <a:r>
              <a:rPr lang="en-US" dirty="0"/>
              <a:t>Confidential | Authorized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4CAAFC-7C73-8B7A-5AEF-933F0A6EB319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4191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145BD124-6171-43C5-8405-25101FA6FBF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90912" y="4184650"/>
            <a:ext cx="3684405" cy="1981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22" hasCustomPrompt="1"/>
          </p:nvPr>
        </p:nvSpPr>
        <p:spPr>
          <a:xfrm>
            <a:off x="8097009" y="999540"/>
            <a:ext cx="3678308" cy="3132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5A3D17EC-2963-45F0-9DC4-19C039BA810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232908" y="4184650"/>
            <a:ext cx="3684404" cy="1981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5" name="Picture Placeholder 2"/>
          <p:cNvSpPr>
            <a:spLocks noGrp="1"/>
          </p:cNvSpPr>
          <p:nvPr>
            <p:ph type="pic" sz="quarter" idx="20" hasCustomPrompt="1"/>
          </p:nvPr>
        </p:nvSpPr>
        <p:spPr>
          <a:xfrm>
            <a:off x="4239004" y="999540"/>
            <a:ext cx="3678308" cy="3132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FF3BA045-26B3-4E52-9906-6D3BA87876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4904" y="4184650"/>
            <a:ext cx="3684404" cy="1981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 marL="540000" indent="0">
              <a:buNone/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Picture Placeholder 1"/>
          <p:cNvSpPr>
            <a:spLocks noGrp="1"/>
          </p:cNvSpPr>
          <p:nvPr>
            <p:ph type="pic" sz="quarter" idx="18" hasCustomPrompt="1"/>
          </p:nvPr>
        </p:nvSpPr>
        <p:spPr>
          <a:xfrm>
            <a:off x="379447" y="999540"/>
            <a:ext cx="3678308" cy="3132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58DA0A33-9CC4-4DCC-85C5-5D814DA5F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CE0358-7593-FDA7-B0FB-FF0EC1E32039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pPr algn="r"/>
            <a:r>
              <a:rPr lang="en-US" dirty="0"/>
              <a:t>Confidential | Authorized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87F768-80AD-E284-7CB0-AA45A8DB30A4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6326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purp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"/>
          <p:cNvSpPr>
            <a:spLocks noGrp="1"/>
          </p:cNvSpPr>
          <p:nvPr>
            <p:ph sz="quarter" idx="13"/>
          </p:nvPr>
        </p:nvSpPr>
        <p:spPr>
          <a:xfrm>
            <a:off x="4100945" y="1533798"/>
            <a:ext cx="7707937" cy="4737462"/>
          </a:xfrm>
          <a:prstGeom prst="rect">
            <a:avLst/>
          </a:prstGeom>
        </p:spPr>
        <p:txBody>
          <a:bodyPr lIns="0" tIns="45720" rIns="0" bIns="45720" anchor="ctr"/>
          <a:lstStyle>
            <a:lvl1pPr>
              <a:spcAft>
                <a:spcPts val="0"/>
              </a:spcAft>
              <a:defRPr>
                <a:solidFill>
                  <a:srgbClr val="292D3A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rgbClr val="292D3A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rgbClr val="292D3A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rgbClr val="292D3A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rgbClr val="292D3A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"/>
          <p:cNvSpPr>
            <a:spLocks noGrp="1"/>
          </p:cNvSpPr>
          <p:nvPr>
            <p:ph type="body" sz="quarter" idx="14"/>
          </p:nvPr>
        </p:nvSpPr>
        <p:spPr>
          <a:xfrm>
            <a:off x="374905" y="1541418"/>
            <a:ext cx="3393532" cy="4729842"/>
          </a:xfrm>
          <a:prstGeom prst="rect">
            <a:avLst/>
          </a:prstGeom>
        </p:spPr>
        <p:txBody>
          <a:bodyPr lIns="0" tIns="45720" rIns="0" bIns="45720"/>
          <a:lstStyle>
            <a:lvl1pPr>
              <a:spcAft>
                <a:spcPts val="0"/>
              </a:spcAft>
              <a:defRPr>
                <a:solidFill>
                  <a:srgbClr val="292D3A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rgbClr val="292D3A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rgbClr val="292D3A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rgbClr val="292D3A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rgbClr val="292D3A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374904" y="393192"/>
            <a:ext cx="11433978" cy="415498"/>
          </a:xfrm>
        </p:spPr>
        <p:txBody>
          <a:bodyPr lIns="0" tIns="0" rIns="91440" bIns="0" anchor="t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000">
                <a:solidFill>
                  <a:srgbClr val="292D3A"/>
                </a:solidFill>
              </a:defRPr>
            </a:lvl1pPr>
          </a:lstStyle>
          <a:p>
            <a:r>
              <a:rPr lang="en-US" dirty="0"/>
              <a:t>Click to Add multi-Line Title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7B045ACD-D682-9F85-8976-3DE690571A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4904" y="854202"/>
            <a:ext cx="11433978" cy="369486"/>
          </a:xfrm>
          <a:prstGeom prst="rect">
            <a:avLst/>
          </a:prstGeom>
        </p:spPr>
        <p:txBody>
          <a:bodyPr vert="horz" lIns="0" tIns="0" rIns="91440" bIns="45720" rtlCol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" panose="020B0604020202020204" pitchFamily="34" charset="0"/>
              <a:buNone/>
              <a:defRPr sz="2000" baseline="0" dirty="0">
                <a:solidFill>
                  <a:srgbClr val="292D3A"/>
                </a:solidFill>
                <a:latin typeface="+mn-lt"/>
              </a:defRPr>
            </a:lvl1pPr>
          </a:lstStyle>
          <a:p>
            <a:pPr marL="182880" lvl="0" indent="-182880">
              <a:spcBef>
                <a:spcPts val="0"/>
              </a:spcBef>
            </a:pPr>
            <a:r>
              <a:rPr lang="en-US" dirty="0"/>
              <a:t>Click to add one-line subtitle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0C3246-51E8-2C6D-91C1-DC5E683C70B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 algn="r"/>
            <a:r>
              <a:rPr lang="en-US" dirty="0"/>
              <a:t>Confidential | Authorized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66BA11A-FF4F-0B31-22B7-B062F5B3F9B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092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Picture and Dat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3D244D9-326C-937C-4B8E-43F52273E3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2"/>
          </p:nvPr>
        </p:nvSpPr>
        <p:spPr>
          <a:xfrm>
            <a:off x="4210050" y="0"/>
            <a:ext cx="798195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Number Text Placeholder 13">
            <a:extLst>
              <a:ext uri="{FF2B5EF4-FFF2-40B4-BE49-F238E27FC236}">
                <a16:creationId xmlns:a16="http://schemas.microsoft.com/office/drawing/2014/main" id="{C8956EBD-8393-95D1-85FB-895F28E855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94255" y="4073237"/>
            <a:ext cx="3897745" cy="2784764"/>
          </a:xfrm>
          <a:prstGeom prst="rect">
            <a:avLst/>
          </a:prstGeom>
          <a:gradFill flip="none" rotWithShape="1">
            <a:gsLst>
              <a:gs pos="14000">
                <a:srgbClr val="05CC93"/>
              </a:gs>
              <a:gs pos="39000">
                <a:srgbClr val="05CC93">
                  <a:alpha val="80353"/>
                </a:srgbClr>
              </a:gs>
              <a:gs pos="85000">
                <a:schemeClr val="bg1">
                  <a:alpha val="0"/>
                </a:schemeClr>
              </a:gs>
            </a:gsLst>
            <a:lin ang="2700000" scaled="1"/>
            <a:tileRect/>
          </a:gradFill>
        </p:spPr>
        <p:txBody>
          <a:bodyPr vert="horz" lIns="274320" tIns="274320" rIns="182880" bIns="182880" rtlCol="0">
            <a:noAutofit/>
          </a:bodyPr>
          <a:lstStyle>
            <a:lvl1pPr>
              <a:defRPr lang="en-US" sz="6000" dirty="0">
                <a:solidFill>
                  <a:schemeClr val="tx1"/>
                </a:solidFill>
                <a:latin typeface="HPE Graphik Light" pitchFamily="50" charset="0"/>
              </a:defRPr>
            </a:lvl1pPr>
            <a:lvl2pPr>
              <a:defRPr lang="en-US" dirty="0">
                <a:solidFill>
                  <a:sysClr val="windowText" lastClr="000000"/>
                </a:solidFill>
              </a:defRPr>
            </a:lvl2pPr>
          </a:lstStyle>
          <a:p>
            <a:pPr lvl="0">
              <a:lnSpc>
                <a:spcPct val="90000"/>
              </a:lnSpc>
            </a:pPr>
            <a:r>
              <a:rPr lang="en-US" dirty="0"/>
              <a:t>XX%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B5CDF8B-3973-89BC-B0C3-0099168110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4" y="393192"/>
            <a:ext cx="3462615" cy="841248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pl-PL" dirty="0"/>
              <a:t>Title only and </a:t>
            </a:r>
            <a:r>
              <a:rPr lang="en-US" dirty="0"/>
              <a:t>Content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FA01E04-C64C-CB22-532A-A4E1A8B4F2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V="1">
            <a:off x="374651" y="6402311"/>
            <a:ext cx="527812" cy="150888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2101BA-46FD-36C0-99F1-408C742C972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Confidential | Authorized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D4E478-B9A3-DF0A-2BC5-A31D39827AD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ext Placeholder">
            <a:extLst>
              <a:ext uri="{FF2B5EF4-FFF2-40B4-BE49-F238E27FC236}">
                <a16:creationId xmlns:a16="http://schemas.microsoft.com/office/drawing/2014/main" id="{9192AB6B-CCDC-C9ED-9B4D-B9B1DAE2FC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4905" y="1541418"/>
            <a:ext cx="3462614" cy="4729842"/>
          </a:xfrm>
          <a:prstGeom prst="rect">
            <a:avLst/>
          </a:prstGeom>
        </p:spPr>
        <p:txBody>
          <a:bodyPr lIns="0" tIns="45720" rIns="0" bIns="45720"/>
          <a:lstStyle>
            <a:lvl1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a Text Placeholder">
            <a:extLst>
              <a:ext uri="{FF2B5EF4-FFF2-40B4-BE49-F238E27FC236}">
                <a16:creationId xmlns:a16="http://schemas.microsoft.com/office/drawing/2014/main" id="{F65D24DA-8A81-CB0A-0EE3-30119C813D6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586788" y="5251730"/>
            <a:ext cx="3230307" cy="885389"/>
          </a:xfrm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39566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B7A4816A-A410-795D-BEA0-AED8FFD5F4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V="1">
            <a:off x="374651" y="6402311"/>
            <a:ext cx="527812" cy="150888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DCBED57-19AD-707F-6DA8-8B468453C59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 dirty="0"/>
              <a:t>Confidential | Authorized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36B64A-A8CA-B4F8-1ED1-53DA9C290E0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1412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mpt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5965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dge-To-Edge Pictur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"/>
          <p:cNvSpPr>
            <a:spLocks noGrp="1"/>
          </p:cNvSpPr>
          <p:nvPr>
            <p:ph type="pic" sz="quarter" idx="18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  <a:miter lim="800000"/>
          </a:ln>
        </p:spPr>
        <p:txBody>
          <a:bodyPr anchor="ctr"/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56B6084-0FE4-4048-3583-741AE0C95AEC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algn="r"/>
            <a:r>
              <a:rPr lang="en-US" dirty="0"/>
              <a:t>Confidential | Authorized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FA49D1-EA5E-4BDC-03EF-986C3CB3B92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8535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Quote or Statement 1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58C0B22-3DC2-E652-E265-9A67A96AF6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4" y="2300224"/>
            <a:ext cx="10098780" cy="847538"/>
          </a:xfrm>
        </p:spPr>
        <p:txBody>
          <a:bodyPr/>
          <a:lstStyle>
            <a:lvl1pPr>
              <a:defRPr sz="5500"/>
            </a:lvl1pPr>
          </a:lstStyle>
          <a:p>
            <a:r>
              <a:rPr lang="en-US" dirty="0"/>
              <a:t>Big idea statement single line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1BA14BF-4CB3-F25B-80B2-5B579ED3869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 dirty="0"/>
              <a:t>Confidential | Authorized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303F11-128A-0352-F6B9-03E0CB827CB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6158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Quote or Statement 2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2FC9F-8AB0-7F54-8921-E13E2DDC8D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4" y="2304615"/>
            <a:ext cx="9416520" cy="2306296"/>
          </a:xfrm>
        </p:spPr>
        <p:txBody>
          <a:bodyPr/>
          <a:lstStyle>
            <a:lvl1pPr>
              <a:lnSpc>
                <a:spcPct val="85000"/>
              </a:lnSpc>
              <a:defRPr sz="5500" b="0" i="0">
                <a:latin typeface="HPE Graphik Light" pitchFamily="2" charset="77"/>
              </a:defRPr>
            </a:lvl1pPr>
          </a:lstStyle>
          <a:p>
            <a:r>
              <a:rPr lang="en-US" dirty="0"/>
              <a:t>Big idea statement or section header with multiple lines can be placed here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C4FC89-98CE-BBFA-D898-76DCDE986A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 dirty="0"/>
              <a:t>Confidential | Authorized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42BF92-646B-24E1-901E-D19598CBBE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9467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Quote or Statement 3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B2CDC00-5B37-BE1C-550C-F0774AF951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4" y="2300224"/>
            <a:ext cx="10098780" cy="847538"/>
          </a:xfrm>
        </p:spPr>
        <p:txBody>
          <a:bodyPr/>
          <a:lstStyle>
            <a:lvl1pPr>
              <a:defRPr sz="5500"/>
            </a:lvl1pPr>
          </a:lstStyle>
          <a:p>
            <a:r>
              <a:rPr lang="en-US" dirty="0"/>
              <a:t>Big idea statement single line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D7AC752-1063-D945-4038-6C1905F0CC4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 dirty="0"/>
              <a:t>Confidential | Authorized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D784A7-2DD7-80EE-047F-D63021A326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5522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Quote or Statement 4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2FC9F-8AB0-7F54-8921-E13E2DDC8D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4" y="2304288"/>
            <a:ext cx="9457413" cy="2304288"/>
          </a:xfrm>
        </p:spPr>
        <p:txBody>
          <a:bodyPr/>
          <a:lstStyle>
            <a:lvl1pPr>
              <a:lnSpc>
                <a:spcPct val="85000"/>
              </a:lnSpc>
              <a:defRPr sz="5500" b="0" i="0">
                <a:solidFill>
                  <a:schemeClr val="tx1"/>
                </a:solidFill>
                <a:latin typeface="HPE Graphik Light" pitchFamily="2" charset="77"/>
              </a:defRPr>
            </a:lvl1pPr>
          </a:lstStyle>
          <a:p>
            <a:r>
              <a:rPr lang="en-US" dirty="0"/>
              <a:t>Big idea statement or section header with multiple lines can be placed here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EAC085-14E9-0648-9F2A-D3AD872D976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 dirty="0"/>
              <a:t>Confidential | Authorized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CAEB46-BF54-E6AC-203B-DC671344E5B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2871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Quote or Statement 5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2FC9F-8AB0-7F54-8921-E13E2DDC8D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7254" y="374650"/>
            <a:ext cx="4062159" cy="3553883"/>
          </a:xfrm>
        </p:spPr>
        <p:txBody>
          <a:bodyPr anchor="t"/>
          <a:lstStyle>
            <a:lvl1pPr>
              <a:lnSpc>
                <a:spcPct val="90000"/>
              </a:lnSpc>
              <a:defRPr sz="4000" b="0" i="0">
                <a:solidFill>
                  <a:schemeClr val="tx1"/>
                </a:solidFill>
                <a:latin typeface="HPE Graphik Light" pitchFamily="2" charset="77"/>
              </a:defRPr>
            </a:lvl1pPr>
          </a:lstStyle>
          <a:p>
            <a:r>
              <a:rPr lang="en-US" dirty="0"/>
              <a:t>Big idea</a:t>
            </a:r>
            <a:br>
              <a:rPr lang="en-US" dirty="0"/>
            </a:br>
            <a:r>
              <a:rPr lang="en-US" dirty="0"/>
              <a:t>statement with</a:t>
            </a:r>
            <a:br>
              <a:rPr lang="en-US" dirty="0"/>
            </a:br>
            <a:r>
              <a:rPr lang="en-US" dirty="0"/>
              <a:t>multiple lines</a:t>
            </a:r>
            <a:br>
              <a:rPr lang="en-US" dirty="0"/>
            </a:br>
            <a:r>
              <a:rPr lang="en-US" dirty="0"/>
              <a:t>placed here</a:t>
            </a:r>
            <a:br>
              <a:rPr lang="en-US" dirty="0"/>
            </a:br>
            <a:r>
              <a:rPr lang="en-US" dirty="0"/>
              <a:t>lorem ipsum</a:t>
            </a:r>
            <a:br>
              <a:rPr lang="en-US" dirty="0"/>
            </a:br>
            <a:r>
              <a:rPr lang="en-US" dirty="0"/>
              <a:t>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58DE96-548B-9145-85BC-5AF5D725379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 dirty="0"/>
              <a:t>Confidential | Authorized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AEC1C-FBEC-C5AF-4FAC-F67E7EBEFDA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1522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Quote or Statement 6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2FC9F-8AB0-7F54-8921-E13E2DDC8D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4" y="2304289"/>
            <a:ext cx="5676900" cy="3747262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 sz="5000" b="0" i="0">
                <a:solidFill>
                  <a:schemeClr val="tx1"/>
                </a:solidFill>
                <a:latin typeface="HPE Graphik Light" pitchFamily="2" charset="77"/>
              </a:defRPr>
            </a:lvl1pPr>
          </a:lstStyle>
          <a:p>
            <a:pPr algn="l"/>
            <a:r>
              <a:rPr lang="en-US" dirty="0"/>
              <a:t>Big idea statement with multiple lines placed here</a:t>
            </a:r>
            <a:br>
              <a:rPr lang="en-US" dirty="0"/>
            </a:br>
            <a:r>
              <a:rPr lang="en-US" dirty="0"/>
              <a:t>lorem ipsum dolor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714F5D-2F9A-82E8-FC18-7CB26875487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 dirty="0"/>
              <a:t>Confidential | Authorized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51A1E7-04E9-D26E-A5C3-735AE6D398C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238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peaker contact information">
            <a:extLst>
              <a:ext uri="{FF2B5EF4-FFF2-40B4-BE49-F238E27FC236}">
                <a16:creationId xmlns:a16="http://schemas.microsoft.com/office/drawing/2014/main" id="{6BDD934D-C46A-42E7-82F9-E43F9A3604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383433" y="3392391"/>
            <a:ext cx="8188525" cy="876300"/>
          </a:xfrm>
          <a:prstGeom prst="rect">
            <a:avLst/>
          </a:prstGeom>
        </p:spPr>
        <p:txBody>
          <a:bodyPr lIns="0" tIns="45720" rIns="0" bIns="4572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aseline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 dirty="0"/>
              <a:t>Speaker contact information</a:t>
            </a:r>
          </a:p>
        </p:txBody>
      </p:sp>
      <p:sp>
        <p:nvSpPr>
          <p:cNvPr id="12" name="Title">
            <a:extLst>
              <a:ext uri="{FF2B5EF4-FFF2-40B4-BE49-F238E27FC236}">
                <a16:creationId xmlns:a16="http://schemas.microsoft.com/office/drawing/2014/main" id="{B56764AC-9C6B-4C1D-BE2B-C4E8A087CA7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374903" y="2449576"/>
            <a:ext cx="8188525" cy="875899"/>
          </a:xfrm>
        </p:spPr>
        <p:txBody>
          <a:bodyPr lIns="0" tIns="0" rIns="0" bIns="0" anchor="b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5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Thank </a:t>
            </a:r>
            <a:r>
              <a:rPr lang="pl-PL" dirty="0"/>
              <a:t>Y</a:t>
            </a:r>
            <a:r>
              <a:rPr lang="en-US" dirty="0" err="1"/>
              <a:t>ou</a:t>
            </a:r>
            <a:endParaRPr lang="en-US" dirty="0"/>
          </a:p>
        </p:txBody>
      </p:sp>
      <p:sp>
        <p:nvSpPr>
          <p:cNvPr id="7" name="Copyright">
            <a:extLst>
              <a:ext uri="{FF2B5EF4-FFF2-40B4-BE49-F238E27FC236}">
                <a16:creationId xmlns:a16="http://schemas.microsoft.com/office/drawing/2014/main" id="{8A720469-4E8E-4F55-96D3-10560B47177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5092816" y="6418471"/>
            <a:ext cx="6717823" cy="138499"/>
          </a:xfrm>
          <a:prstGeom prst="rect">
            <a:avLst/>
          </a:prstGeom>
          <a:noFill/>
          <a:ln w="57150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© </a:t>
            </a:r>
            <a:fld id="{DA3777BF-A1C6-4F92-A9EA-7320C98A4638}" type="datetimeyyyy">
              <a:rPr lang="en-US" sz="900" smtClean="0"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pPr algn="r"/>
              <a:t>2026</a:t>
            </a:fld>
            <a:r>
              <a:rPr lang="en-US" sz="900" dirty="0"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 Hewlett Packard Enterprise Development LP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F29566-5470-D3D8-0F61-D70F81B7E50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4"/>
          </p:nvPr>
        </p:nvSpPr>
        <p:spPr>
          <a:xfrm>
            <a:off x="5592973" y="6192760"/>
            <a:ext cx="6217666" cy="190500"/>
          </a:xfrm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r>
              <a:rPr lang="en-US" dirty="0"/>
              <a:t>Confidential | Authorized</a:t>
            </a:r>
          </a:p>
        </p:txBody>
      </p:sp>
    </p:spTree>
    <p:extLst>
      <p:ext uri="{BB962C8B-B14F-4D97-AF65-F5344CB8AC3E}">
        <p14:creationId xmlns:p14="http://schemas.microsoft.com/office/powerpoint/2010/main" val="3153089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with Light Pictur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Element" descr="A green and grey gradient&#10;&#10;AI-generated content may be incorrect.">
            <a:extLst>
              <a:ext uri="{FF2B5EF4-FFF2-40B4-BE49-F238E27FC236}">
                <a16:creationId xmlns:a16="http://schemas.microsoft.com/office/drawing/2014/main" id="{DE9F31A4-7BA9-4409-0FF0-FF9FD06F3DB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368339"/>
            <a:ext cx="10819505" cy="4114800"/>
          </a:xfrm>
          <a:prstGeom prst="rect">
            <a:avLst/>
          </a:prstGeom>
        </p:spPr>
      </p:pic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12085280-0B62-84D3-5783-A089C9A32CC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432" y="3392391"/>
            <a:ext cx="9359900" cy="876300"/>
          </a:xfrm>
          <a:prstGeom prst="rect">
            <a:avLst/>
          </a:prstGeom>
        </p:spPr>
        <p:txBody>
          <a:bodyPr lIns="0" tIns="45720" rIns="0" bIns="4572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Speaker contact information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D5DFE24-7967-7D11-937E-63FD38BAB7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3" y="2449576"/>
            <a:ext cx="9359900" cy="875899"/>
          </a:xfrm>
        </p:spPr>
        <p:txBody>
          <a:bodyPr lIns="0" tIns="0" rIns="0" bIns="0" anchor="b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5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Thank </a:t>
            </a:r>
            <a:r>
              <a:rPr lang="pl-PL" dirty="0"/>
              <a:t>Y</a:t>
            </a:r>
            <a:r>
              <a:rPr lang="en-US" dirty="0" err="1"/>
              <a:t>ou</a:t>
            </a:r>
            <a:r>
              <a:rPr lang="en-US" dirty="0"/>
              <a:t> (</a:t>
            </a:r>
            <a:r>
              <a:rPr lang="pl-PL" dirty="0"/>
              <a:t>light</a:t>
            </a:r>
            <a:r>
              <a:rPr lang="en-US" dirty="0"/>
              <a:t> picture)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6ECF0A-4D7E-CA75-6327-AA0FF80CF9A4}"/>
              </a:ext>
            </a:extLst>
          </p:cNvPr>
          <p:cNvSpPr txBox="1"/>
          <p:nvPr userDrawn="1"/>
        </p:nvSpPr>
        <p:spPr>
          <a:xfrm>
            <a:off x="5092816" y="6418471"/>
            <a:ext cx="6717823" cy="138499"/>
          </a:xfrm>
          <a:prstGeom prst="rect">
            <a:avLst/>
          </a:prstGeom>
          <a:noFill/>
          <a:ln w="57150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© </a:t>
            </a:r>
            <a:fld id="{DA3777BF-A1C6-4F92-A9EA-7320C98A4638}" type="datetimeyyyy">
              <a:rPr lang="en-US" sz="900" smtClean="0"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pPr algn="r"/>
              <a:t>2026</a:t>
            </a:fld>
            <a:r>
              <a:rPr lang="en-US" sz="900" dirty="0"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 Hewlett Packard Enterprise Development LP</a:t>
            </a:r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F7BE8274-93CB-8904-C782-810A38A1D7B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5592973" y="6192760"/>
            <a:ext cx="6217666" cy="190500"/>
          </a:xfrm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r>
              <a:rPr lang="en-US" dirty="0"/>
              <a:t>Confidential | Authorized</a:t>
            </a:r>
          </a:p>
        </p:txBody>
      </p:sp>
    </p:spTree>
    <p:extLst>
      <p:ext uri="{BB962C8B-B14F-4D97-AF65-F5344CB8AC3E}">
        <p14:creationId xmlns:p14="http://schemas.microsoft.com/office/powerpoint/2010/main" val="98034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with Dark Picture">
    <p:bg>
      <p:bgPr>
        <a:solidFill>
          <a:schemeClr val="tx1">
            <a:lumMod val="90000"/>
            <a:lumOff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Element" descr="A green and grey gradient&#10;&#10;AI-generated content may be incorrect.">
            <a:extLst>
              <a:ext uri="{FF2B5EF4-FFF2-40B4-BE49-F238E27FC236}">
                <a16:creationId xmlns:a16="http://schemas.microsoft.com/office/drawing/2014/main" id="{547D85B3-8CD9-9846-DB0A-12364143C2E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0" y="1371600"/>
            <a:ext cx="10819505" cy="4114800"/>
          </a:xfrm>
          <a:prstGeom prst="rect">
            <a:avLst/>
          </a:prstGeom>
        </p:spPr>
      </p:pic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12085280-0B62-84D3-5783-A089C9A32CC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433" y="3392391"/>
            <a:ext cx="9359900" cy="876300"/>
          </a:xfrm>
          <a:prstGeom prst="rect">
            <a:avLst/>
          </a:prstGeom>
        </p:spPr>
        <p:txBody>
          <a:bodyPr lIns="0" tIns="45720" rIns="0" bIns="4572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Speaker contact information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D5DFE24-7967-7D11-937E-63FD38BAB7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3" y="2449576"/>
            <a:ext cx="9359900" cy="875899"/>
          </a:xfrm>
        </p:spPr>
        <p:txBody>
          <a:bodyPr lIns="0" tIns="0" rIns="0" bIns="0" anchor="b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5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</a:t>
            </a:r>
            <a:r>
              <a:rPr lang="pl-PL" dirty="0"/>
              <a:t>Y</a:t>
            </a:r>
            <a:r>
              <a:rPr lang="en-US" dirty="0" err="1"/>
              <a:t>ou</a:t>
            </a:r>
            <a:r>
              <a:rPr lang="en-US" dirty="0"/>
              <a:t> (dark picture)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83FCC9-DD19-ACEA-AAB1-9D15104F9E8D}"/>
              </a:ext>
            </a:extLst>
          </p:cNvPr>
          <p:cNvSpPr txBox="1"/>
          <p:nvPr userDrawn="1"/>
        </p:nvSpPr>
        <p:spPr>
          <a:xfrm>
            <a:off x="5092816" y="6418471"/>
            <a:ext cx="6717823" cy="138499"/>
          </a:xfrm>
          <a:prstGeom prst="rect">
            <a:avLst/>
          </a:prstGeom>
          <a:noFill/>
          <a:ln w="57150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900" b="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© </a:t>
            </a:r>
            <a:fld id="{DA3777BF-A1C6-4F92-A9EA-7320C98A4638}" type="datetimeyyyy">
              <a:rPr lang="en-US" sz="900" b="0" smtClean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pPr algn="r"/>
              <a:t>2026</a:t>
            </a:fld>
            <a:r>
              <a:rPr lang="en-US" sz="900" b="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 Hewlett Packard Enterprise Development LP</a:t>
            </a:r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48116B25-28AD-427B-1033-715BCFEF17E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5592973" y="6192760"/>
            <a:ext cx="6217666" cy="190500"/>
          </a:xfrm>
        </p:spPr>
        <p:txBody>
          <a:bodyPr/>
          <a:lstStyle>
            <a:lvl1pPr>
              <a:defRPr sz="900" b="0">
                <a:solidFill>
                  <a:schemeClr val="bg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Confidential | Authorized</a:t>
            </a:r>
          </a:p>
        </p:txBody>
      </p:sp>
    </p:spTree>
    <p:extLst>
      <p:ext uri="{BB962C8B-B14F-4D97-AF65-F5344CB8AC3E}">
        <p14:creationId xmlns:p14="http://schemas.microsoft.com/office/powerpoint/2010/main" val="3896271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ate"/>
          <p:cNvSpPr>
            <a:spLocks noGrp="1"/>
          </p:cNvSpPr>
          <p:nvPr>
            <p:ph type="body" sz="quarter" idx="13" hasCustomPrompt="1"/>
          </p:nvPr>
        </p:nvSpPr>
        <p:spPr>
          <a:xfrm>
            <a:off x="374904" y="4428490"/>
            <a:ext cx="5489578" cy="339214"/>
          </a:xfrm>
          <a:prstGeom prst="rect">
            <a:avLst/>
          </a:prstGeom>
        </p:spPr>
        <p:txBody>
          <a:bodyPr lIns="0" tIns="91440" rIns="91440" bIns="91440">
            <a:noAutofit/>
          </a:bodyPr>
          <a:lstStyle>
            <a:lvl1pPr marL="0" indent="0">
              <a:spcBef>
                <a:spcPts val="0"/>
              </a:spcBef>
              <a:buNone/>
              <a:defRPr sz="1600" baseline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 dirty="0"/>
              <a:t>Month day, year</a:t>
            </a:r>
          </a:p>
        </p:txBody>
      </p:sp>
      <p:sp>
        <p:nvSpPr>
          <p:cNvPr id="16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374904" y="3959860"/>
            <a:ext cx="8229600" cy="438912"/>
          </a:xfrm>
          <a:prstGeom prst="rect">
            <a:avLst/>
          </a:prstGeom>
        </p:spPr>
        <p:txBody>
          <a:bodyPr lIns="0" tIns="91440" rIns="91440" bIns="91440">
            <a:no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Speaker name and title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 hasCustomPrompt="1"/>
          </p:nvPr>
        </p:nvSpPr>
        <p:spPr>
          <a:xfrm>
            <a:off x="374904" y="1869197"/>
            <a:ext cx="11423555" cy="1905000"/>
          </a:xfrm>
        </p:spPr>
        <p:txBody>
          <a:bodyPr lIns="0" tIns="91440" rIns="91440" bIns="91440" anchor="b"/>
          <a:lstStyle>
            <a:lvl1pPr>
              <a:lnSpc>
                <a:spcPct val="8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6A0C1C-FFFA-74C0-3719-4E6EA4C7BF7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 dirty="0"/>
              <a:t>Confidential | Authorized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CAEB09-CC92-C4AF-AFC7-84F7B4C8368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DD3862E9-4343-21F9-03D0-319C0D76EEB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4907" y="384050"/>
            <a:ext cx="1019648" cy="300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214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Dark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ate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374904" y="4428490"/>
            <a:ext cx="5489578" cy="339214"/>
          </a:xfrm>
          <a:prstGeom prst="rect">
            <a:avLst/>
          </a:prstGeom>
        </p:spPr>
        <p:txBody>
          <a:bodyPr lIns="0" tIns="91440" rIns="0" bIns="91440">
            <a:noAutofit/>
          </a:bodyPr>
          <a:lstStyle>
            <a:lvl1pPr marL="0" indent="0">
              <a:spcBef>
                <a:spcPts val="0"/>
              </a:spcBef>
              <a:buNone/>
              <a:defRPr sz="1600" baseline="0">
                <a:solidFill>
                  <a:schemeClr val="bg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 dirty="0"/>
              <a:t>Month day, year</a:t>
            </a:r>
          </a:p>
        </p:txBody>
      </p:sp>
      <p:sp>
        <p:nvSpPr>
          <p:cNvPr id="16" name="Subtitle"/>
          <p:cNvSpPr>
            <a:spLocks noGrp="1"/>
          </p:cNvSpPr>
          <p:nvPr userDrawn="1">
            <p:ph type="subTitle" idx="1" hasCustomPrompt="1"/>
          </p:nvPr>
        </p:nvSpPr>
        <p:spPr>
          <a:xfrm>
            <a:off x="374904" y="3959860"/>
            <a:ext cx="8229600" cy="438912"/>
          </a:xfrm>
          <a:prstGeom prst="rect">
            <a:avLst/>
          </a:prstGeom>
        </p:spPr>
        <p:txBody>
          <a:bodyPr lIns="0" tIns="91440" rIns="0" bIns="91440">
            <a:no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Speaker name and title</a:t>
            </a:r>
          </a:p>
        </p:txBody>
      </p:sp>
      <p:sp>
        <p:nvSpPr>
          <p:cNvPr id="15" name="Title"/>
          <p:cNvSpPr>
            <a:spLocks noGrp="1"/>
          </p:cNvSpPr>
          <p:nvPr userDrawn="1">
            <p:ph type="title" hasCustomPrompt="1"/>
          </p:nvPr>
        </p:nvSpPr>
        <p:spPr>
          <a:xfrm>
            <a:off x="374904" y="1869197"/>
            <a:ext cx="11423555" cy="1905000"/>
          </a:xfrm>
        </p:spPr>
        <p:txBody>
          <a:bodyPr lIns="0" tIns="91440" rIns="0" bIns="91440" anchor="b"/>
          <a:lstStyle>
            <a:lvl1pPr>
              <a:lnSpc>
                <a:spcPct val="80000"/>
              </a:lnSpc>
              <a:defRPr sz="480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DA1A1B8-63A0-5FF8-D94D-A64DF0037BD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en-US" dirty="0"/>
              <a:t>Confidential | Authorized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F51E08A-0EC1-9757-9EC4-3B8B8A2FC09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04AA86-3390-5E05-F138-33B691BA0D1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74907" y="388783"/>
            <a:ext cx="1019648" cy="291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372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Light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ate"/>
          <p:cNvSpPr>
            <a:spLocks noGrp="1"/>
          </p:cNvSpPr>
          <p:nvPr>
            <p:ph type="body" sz="quarter" idx="13" hasCustomPrompt="1"/>
          </p:nvPr>
        </p:nvSpPr>
        <p:spPr>
          <a:xfrm>
            <a:off x="374904" y="4428490"/>
            <a:ext cx="5489578" cy="339214"/>
          </a:xfrm>
          <a:prstGeom prst="rect">
            <a:avLst/>
          </a:prstGeom>
        </p:spPr>
        <p:txBody>
          <a:bodyPr lIns="0" tIns="91440" rIns="91440" bIns="9144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aseline="0">
                <a:solidFill>
                  <a:srgbClr val="292D3A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 dirty="0"/>
              <a:t>Month day, year</a:t>
            </a:r>
          </a:p>
        </p:txBody>
      </p:sp>
      <p:sp>
        <p:nvSpPr>
          <p:cNvPr id="12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374904" y="3959860"/>
            <a:ext cx="8229600" cy="438912"/>
          </a:xfrm>
          <a:prstGeom prst="rect">
            <a:avLst/>
          </a:prstGeom>
        </p:spPr>
        <p:txBody>
          <a:bodyPr lIns="0" tIns="91440" rIns="91440" bIns="9144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292D3A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Speaker name and title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 hasCustomPrompt="1"/>
          </p:nvPr>
        </p:nvSpPr>
        <p:spPr>
          <a:xfrm>
            <a:off x="374904" y="1869197"/>
            <a:ext cx="11423555" cy="1905000"/>
          </a:xfrm>
        </p:spPr>
        <p:txBody>
          <a:bodyPr lIns="0" tIns="91440" rIns="91440" bIns="91440" anchor="b"/>
          <a:lstStyle>
            <a:lvl1pPr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defRPr sz="4800">
                <a:solidFill>
                  <a:srgbClr val="292D3A"/>
                </a:solidFill>
              </a:defRPr>
            </a:lvl1pPr>
          </a:lstStyle>
          <a:p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737513D-A3AB-F0E4-0CD1-28BE5E76218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 dirty="0"/>
              <a:t>Confidential | Authorized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D4E66E-34EA-3AC2-4F5C-196138F8CF1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720F7DE3-5012-50D0-0EE0-FBB950E3661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4907" y="384050"/>
            <a:ext cx="1019648" cy="300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89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5049E51-8DF9-4218-921D-C08199907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BFAAB4F0-B0A9-4671-AB48-BA9B5FA97F9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3999" y="5371526"/>
            <a:ext cx="11365200" cy="630000"/>
          </a:xfrm>
          <a:prstGeom prst="rect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txBody>
          <a:bodyPr lIns="270000" rIns="270000" anchor="ctr">
            <a:normAutofit/>
          </a:bodyPr>
          <a:lstStyle>
            <a:lvl1pPr marL="0" indent="0">
              <a:buNone/>
              <a:defRPr b="1" cap="none" baseline="0"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D4849EE3-6EC2-479A-93E8-35E49B7D799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13999" y="4511467"/>
            <a:ext cx="11365200" cy="630000"/>
          </a:xfrm>
          <a:prstGeom prst="rect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txBody>
          <a:bodyPr lIns="270000" rIns="270000" anchor="ctr">
            <a:normAutofit/>
          </a:bodyPr>
          <a:lstStyle>
            <a:lvl1pPr marL="0" indent="0">
              <a:buNone/>
              <a:defRPr b="1" cap="none" baseline="0"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44BC743F-9EA3-4934-A5D5-4DB56D605F9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3999" y="3651406"/>
            <a:ext cx="11365200" cy="630000"/>
          </a:xfrm>
          <a:prstGeom prst="rect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txBody>
          <a:bodyPr lIns="270000" rIns="270000" anchor="ctr">
            <a:normAutofit/>
          </a:bodyPr>
          <a:lstStyle>
            <a:lvl1pPr marL="0" indent="0">
              <a:buNone/>
              <a:defRPr b="1" cap="none" baseline="0"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0BEDE27-A8C2-4066-B18C-F2AF9D0E86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13999" y="2791345"/>
            <a:ext cx="11365200" cy="630000"/>
          </a:xfrm>
          <a:prstGeom prst="rect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txBody>
          <a:bodyPr lIns="270000" rIns="270000" anchor="ctr">
            <a:normAutofit/>
          </a:bodyPr>
          <a:lstStyle>
            <a:lvl1pPr marL="0" indent="0">
              <a:buNone/>
              <a:defRPr b="1" cap="none" baseline="0"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06A40CBC-5E5F-4C0D-B831-0B04ABB23E0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3999" y="1931284"/>
            <a:ext cx="11365200" cy="630000"/>
          </a:xfrm>
          <a:prstGeom prst="rect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txBody>
          <a:bodyPr lIns="270000" rIns="270000" anchor="ctr">
            <a:normAutofit/>
          </a:bodyPr>
          <a:lstStyle>
            <a:lvl1pPr marL="0" indent="0">
              <a:buNone/>
              <a:defRPr b="1" cap="none" baseline="0"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6C56A94C-CC87-4EFE-A931-1D7270A8423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3999" y="1071223"/>
            <a:ext cx="11365200" cy="630000"/>
          </a:xfrm>
          <a:prstGeom prst="rect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txBody>
          <a:bodyPr lIns="270000" rIns="270000" anchor="ctr">
            <a:normAutofit/>
          </a:bodyPr>
          <a:lstStyle>
            <a:lvl1pPr marL="0" indent="0">
              <a:buNone/>
              <a:defRPr b="1" cap="none" baseline="0"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E461D8-0641-727D-F822-B1556D372F2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 algn="r"/>
            <a:r>
              <a:rPr lang="en-US" dirty="0"/>
              <a:t>Confidential | Authorized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DC7940-ECD3-9B40-E568-B47ABAFA6AC7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0914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Name, title, company"/>
          <p:cNvSpPr>
            <a:spLocks noGrp="1"/>
          </p:cNvSpPr>
          <p:nvPr>
            <p:ph type="body" sz="quarter" idx="14" hasCustomPrompt="1"/>
          </p:nvPr>
        </p:nvSpPr>
        <p:spPr>
          <a:xfrm>
            <a:off x="550866" y="5471598"/>
            <a:ext cx="8228011" cy="533400"/>
          </a:xfrm>
          <a:prstGeom prst="rect">
            <a:avLst/>
          </a:prstGeom>
        </p:spPr>
        <p:txBody>
          <a:bodyPr lIns="9144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>
                <a:latin typeface="+mn-lt"/>
              </a:defRPr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 dirty="0"/>
              <a:t>Click to add quoted person’s name, title, company</a:t>
            </a:r>
          </a:p>
        </p:txBody>
      </p:sp>
      <p:sp>
        <p:nvSpPr>
          <p:cNvPr id="11" name="Quote"/>
          <p:cNvSpPr>
            <a:spLocks noGrp="1"/>
          </p:cNvSpPr>
          <p:nvPr>
            <p:ph type="title" hasCustomPrompt="1"/>
          </p:nvPr>
        </p:nvSpPr>
        <p:spPr>
          <a:xfrm>
            <a:off x="284398" y="1386402"/>
            <a:ext cx="7518482" cy="4085196"/>
          </a:xfrm>
        </p:spPr>
        <p:txBody>
          <a:bodyPr lIns="91440" anchor="ctr" anchorCtr="0"/>
          <a:lstStyle>
            <a:lvl1pPr marL="219456" indent="-219456">
              <a:defRPr sz="4000" b="0" cap="none" baseline="0">
                <a:latin typeface="HPE Graphik Light" pitchFamily="50" charset="0"/>
                <a:cs typeface="HPE Graphik Light" pitchFamily="50" charset="0"/>
              </a:defRPr>
            </a:lvl1pPr>
          </a:lstStyle>
          <a:p>
            <a:r>
              <a:rPr lang="en-US" dirty="0"/>
              <a:t>“Click to add quote here. Type quotation marks before and after text.”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F2754E-094F-7C73-88B9-FF823BF8303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r"/>
            <a:r>
              <a:rPr lang="en-US" dirty="0"/>
              <a:t>Confidential | Authorized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CDFAF2-F03B-8CB9-A43F-2C8C54F552D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8542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image" Target="../media/image1.svg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B27A8F-2EB3-5C4C-116B-F51B07B04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4" y="393192"/>
            <a:ext cx="11433978" cy="41325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Master Layout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A71E9D-0BF7-DA0E-7278-50E9B09957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Confidential | Authorized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693010-F41B-ECDA-CB62-6D856FECAE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Element">
            <a:extLst>
              <a:ext uri="{FF2B5EF4-FFF2-40B4-BE49-F238E27FC236}">
                <a16:creationId xmlns:a16="http://schemas.microsoft.com/office/drawing/2014/main" id="{06C44655-90D3-CFC5-A208-ADA7C1ECD3B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 flipV="1">
            <a:off x="374651" y="6402311"/>
            <a:ext cx="527812" cy="150888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64CBEA-C99F-E716-C2DF-19C5C70EA2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4903" y="1165860"/>
            <a:ext cx="11433977" cy="50976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189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821" r:id="rId4"/>
    <p:sldLayoutId id="2147483843" r:id="rId5"/>
    <p:sldLayoutId id="2147483654" r:id="rId6"/>
    <p:sldLayoutId id="2147483822" r:id="rId7"/>
    <p:sldLayoutId id="2147483656" r:id="rId8"/>
    <p:sldLayoutId id="2147483657" r:id="rId9"/>
    <p:sldLayoutId id="2147483658" r:id="rId10"/>
    <p:sldLayoutId id="2147483659" r:id="rId11"/>
    <p:sldLayoutId id="2147483845" r:id="rId12"/>
    <p:sldLayoutId id="2147483846" r:id="rId13"/>
    <p:sldLayoutId id="2147483797" r:id="rId14"/>
    <p:sldLayoutId id="2147483661" r:id="rId15"/>
    <p:sldLayoutId id="2147483796" r:id="rId16"/>
    <p:sldLayoutId id="2147483799" r:id="rId17"/>
    <p:sldLayoutId id="2147483802" r:id="rId18"/>
    <p:sldLayoutId id="2147483800" r:id="rId19"/>
    <p:sldLayoutId id="2147483801" r:id="rId20"/>
    <p:sldLayoutId id="2147483806" r:id="rId21"/>
    <p:sldLayoutId id="2147483807" r:id="rId22"/>
    <p:sldLayoutId id="2147483812" r:id="rId23"/>
    <p:sldLayoutId id="2147483665" r:id="rId24"/>
    <p:sldLayoutId id="2147483816" r:id="rId25"/>
    <p:sldLayoutId id="2147483662" r:id="rId26"/>
    <p:sldLayoutId id="2147483813" r:id="rId27"/>
    <p:sldLayoutId id="2147483817" r:id="rId28"/>
    <p:sldLayoutId id="2147483808" r:id="rId29"/>
    <p:sldLayoutId id="2147483810" r:id="rId30"/>
    <p:sldLayoutId id="2147483809" r:id="rId31"/>
    <p:sldLayoutId id="2147483811" r:id="rId32"/>
    <p:sldLayoutId id="2147483839" r:id="rId33"/>
    <p:sldLayoutId id="2147483829" r:id="rId34"/>
    <p:sldLayoutId id="2147483832" r:id="rId35"/>
    <p:sldLayoutId id="2147483837" r:id="rId36"/>
    <p:sldLayoutId id="2147483747" r:id="rId37"/>
    <p:sldLayoutId id="2147483673" r:id="rId38"/>
    <p:sldLayoutId id="2147483674" r:id="rId39"/>
    <p:sldLayoutId id="2147483842" r:id="rId40"/>
    <p:sldLayoutId id="2147483682" r:id="rId41"/>
    <p:sldLayoutId id="2147483683" r:id="rId42"/>
    <p:sldLayoutId id="2147483684" r:id="rId43"/>
    <p:sldLayoutId id="2147483685" r:id="rId44"/>
    <p:sldLayoutId id="2147483686" r:id="rId45"/>
    <p:sldLayoutId id="2147483687" r:id="rId46"/>
    <p:sldLayoutId id="2147483804" r:id="rId47"/>
    <p:sldLayoutId id="2147483824" r:id="rId48"/>
    <p:sldLayoutId id="2147483844" r:id="rId49"/>
    <p:sldLayoutId id="2147483749" r:id="rId50"/>
    <p:sldLayoutId id="2147483750" r:id="rId51"/>
    <p:sldLayoutId id="2147483751" r:id="rId52"/>
    <p:sldLayoutId id="2147483753" r:id="rId53"/>
    <p:sldLayoutId id="2147483795" r:id="rId5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i="0" kern="1200">
          <a:solidFill>
            <a:schemeClr val="tx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270000" indent="-270000" algn="l" defTabSz="914400" rtl="0" eaLnBrk="1" latinLnBrk="0" hangingPunct="1">
        <a:lnSpc>
          <a:spcPct val="100000"/>
        </a:lnSpc>
        <a:spcBef>
          <a:spcPts val="600"/>
        </a:spcBef>
        <a:buFont typeface="HPE Graphik" pitchFamily="50" charset="0"/>
        <a:buChar char="—"/>
        <a:tabLst>
          <a:tab pos="266700" algn="l"/>
        </a:tabLst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-2700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tabLst>
          <a:tab pos="1436688" algn="l"/>
        </a:tabLst>
        <a:defRPr sz="1400" b="0" i="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810000" indent="-2700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tabLst/>
        <a:defRPr sz="1400" b="0" i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095750" indent="-285750" algn="l" defTabSz="914400" rtl="0" eaLnBrk="1" latinLnBrk="0" hangingPunct="1">
        <a:lnSpc>
          <a:spcPct val="90000"/>
        </a:lnSpc>
        <a:spcBef>
          <a:spcPts val="600"/>
        </a:spcBef>
        <a:buClrTx/>
        <a:buFontTx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8" orient="horz" pos="2160">
          <p15:clr>
            <a:srgbClr val="F26B43"/>
          </p15:clr>
        </p15:guide>
        <p15:guide id="49" pos="3840">
          <p15:clr>
            <a:srgbClr val="F26B43"/>
          </p15:clr>
        </p15:guide>
        <p15:guide id="51" pos="236">
          <p15:clr>
            <a:srgbClr val="F26B43"/>
          </p15:clr>
        </p15:guide>
        <p15:guide id="52" pos="7439">
          <p15:clr>
            <a:srgbClr val="F26B43"/>
          </p15:clr>
        </p15:guide>
        <p15:guide id="53" orient="horz" pos="236">
          <p15:clr>
            <a:srgbClr val="F26B43"/>
          </p15:clr>
        </p15:guide>
        <p15:guide id="54" orient="horz" pos="4128">
          <p15:clr>
            <a:srgbClr val="F26B43"/>
          </p15:clr>
        </p15:guide>
        <p15:guide id="55" orient="horz" pos="3812">
          <p15:clr>
            <a:srgbClr val="F26B43"/>
          </p15:clr>
        </p15:guide>
        <p15:guide id="57" orient="horz" pos="1210">
          <p15:clr>
            <a:srgbClr val="F26B43"/>
          </p15:clr>
        </p15:guide>
        <p15:guide id="63" pos="796">
          <p15:clr>
            <a:srgbClr val="F26B43"/>
          </p15:clr>
        </p15:guide>
        <p15:guide id="64" pos="844">
          <p15:clr>
            <a:srgbClr val="F26B43"/>
          </p15:clr>
        </p15:guide>
        <p15:guide id="65" pos="1400">
          <p15:clr>
            <a:srgbClr val="F26B43"/>
          </p15:clr>
        </p15:guide>
        <p15:guide id="66" pos="1444">
          <p15:clr>
            <a:srgbClr val="F26B43"/>
          </p15:clr>
        </p15:guide>
        <p15:guide id="67" pos="2004">
          <p15:clr>
            <a:srgbClr val="F26B43"/>
          </p15:clr>
        </p15:guide>
        <p15:guide id="68" pos="2048">
          <p15:clr>
            <a:srgbClr val="F26B43"/>
          </p15:clr>
        </p15:guide>
        <p15:guide id="69" pos="2608">
          <p15:clr>
            <a:srgbClr val="F26B43"/>
          </p15:clr>
        </p15:guide>
        <p15:guide id="70" pos="2656">
          <p15:clr>
            <a:srgbClr val="F26B43"/>
          </p15:clr>
        </p15:guide>
        <p15:guide id="71" pos="3208">
          <p15:clr>
            <a:srgbClr val="F26B43"/>
          </p15:clr>
        </p15:guide>
        <p15:guide id="72" pos="3256">
          <p15:clr>
            <a:srgbClr val="F26B43"/>
          </p15:clr>
        </p15:guide>
        <p15:guide id="73" pos="3812">
          <p15:clr>
            <a:srgbClr val="F26B43"/>
          </p15:clr>
        </p15:guide>
        <p15:guide id="74" pos="3864">
          <p15:clr>
            <a:srgbClr val="F26B43"/>
          </p15:clr>
        </p15:guide>
        <p15:guide id="75" pos="4416">
          <p15:clr>
            <a:srgbClr val="F26B43"/>
          </p15:clr>
        </p15:guide>
        <p15:guide id="76" pos="4468">
          <p15:clr>
            <a:srgbClr val="F26B43"/>
          </p15:clr>
        </p15:guide>
        <p15:guide id="77" pos="5020">
          <p15:clr>
            <a:srgbClr val="F26B43"/>
          </p15:clr>
        </p15:guide>
        <p15:guide id="78" pos="5068">
          <p15:clr>
            <a:srgbClr val="F26B43"/>
          </p15:clr>
        </p15:guide>
        <p15:guide id="79" pos="5624">
          <p15:clr>
            <a:srgbClr val="F26B43"/>
          </p15:clr>
        </p15:guide>
        <p15:guide id="80" pos="5676">
          <p15:clr>
            <a:srgbClr val="F26B43"/>
          </p15:clr>
        </p15:guide>
        <p15:guide id="81" pos="6232">
          <p15:clr>
            <a:srgbClr val="F26B43"/>
          </p15:clr>
        </p15:guide>
        <p15:guide id="82" pos="6280">
          <p15:clr>
            <a:srgbClr val="F26B43"/>
          </p15:clr>
        </p15:guide>
        <p15:guide id="83" pos="6832">
          <p15:clr>
            <a:srgbClr val="F26B43"/>
          </p15:clr>
        </p15:guide>
        <p15:guide id="84" pos="6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DC5938-6D36-21B7-F872-6BCB94D473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388CE4-E87A-43A8-A4DA-5AAB8529E0B0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043631-7822-A301-66DC-B119C491D0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4903" y="3666812"/>
            <a:ext cx="10012359" cy="1418540"/>
          </a:xfrm>
        </p:spPr>
        <p:txBody>
          <a:bodyPr/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Prepared by: HPE Nonstop Professional Services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Opportunity ID: </a:t>
            </a:r>
            <a:r>
              <a:rPr lang="en-US" dirty="0"/>
              <a:t>{{</a:t>
            </a:r>
            <a:r>
              <a:rPr lang="en-US" dirty="0" err="1"/>
              <a:t>opeId</a:t>
            </a:r>
            <a:r>
              <a:rPr lang="en-US" dirty="0"/>
              <a:t>}}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45F95F-38D5-9024-0FB2-8494C129CD4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74904" y="5106493"/>
            <a:ext cx="10012358" cy="338554"/>
          </a:xfrm>
        </p:spPr>
        <p:txBody>
          <a:bodyPr/>
          <a:lstStyle/>
          <a:p>
            <a:r>
              <a:rPr lang="en-US" dirty="0"/>
              <a:t>{{date}}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157B29-C5C2-E21E-E17D-F115B8C36F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4903" y="1412954"/>
            <a:ext cx="10012359" cy="2219994"/>
          </a:xfrm>
        </p:spPr>
        <p:txBody>
          <a:bodyPr/>
          <a:lstStyle/>
          <a:p>
            <a:r>
              <a:rPr lang="en-US" sz="4000" dirty="0"/>
              <a:t>{{</a:t>
            </a:r>
            <a:r>
              <a:rPr lang="en-US" sz="4000" dirty="0" err="1"/>
              <a:t>docTitle</a:t>
            </a:r>
            <a:r>
              <a:rPr lang="en-US" sz="4000" dirty="0"/>
              <a:t>}}</a:t>
            </a:r>
            <a:endParaRPr lang="en-US" sz="4000" dirty="0">
              <a:latin typeface="Calibri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31158D-A106-CE03-6923-2B4E4D404D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/>
            <a:r>
              <a:rPr lang="en-US" dirty="0"/>
              <a:t>Confidential | Authorized</a:t>
            </a:r>
          </a:p>
        </p:txBody>
      </p:sp>
    </p:spTree>
    <p:extLst>
      <p:ext uri="{BB962C8B-B14F-4D97-AF65-F5344CB8AC3E}">
        <p14:creationId xmlns:p14="http://schemas.microsoft.com/office/powerpoint/2010/main" val="1601709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9920B7F-4A9E-E98E-0B6B-BC0CBBAC0F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599" y="872837"/>
            <a:ext cx="11404800" cy="5390624"/>
          </a:xfrm>
        </p:spPr>
        <p:txBody>
          <a:bodyPr/>
          <a:lstStyle/>
          <a:p>
            <a:r>
              <a:rPr lang="en-US" b="1" dirty="0"/>
              <a:t>{{</a:t>
            </a:r>
            <a:r>
              <a:rPr lang="en-US" b="1" dirty="0" err="1"/>
              <a:t>moduleNum</a:t>
            </a:r>
            <a:r>
              <a:rPr lang="en-US" b="1" dirty="0"/>
              <a:t>}} {{</a:t>
            </a:r>
            <a:r>
              <a:rPr lang="en-US" b="1" dirty="0" err="1"/>
              <a:t>moduleName</a:t>
            </a:r>
            <a:r>
              <a:rPr lang="en-US" b="1" dirty="0"/>
              <a:t>}}</a:t>
            </a:r>
          </a:p>
          <a:p>
            <a:r>
              <a:rPr lang="en-US" dirty="0"/>
              <a:t>{{</a:t>
            </a:r>
            <a:r>
              <a:rPr lang="en-US" dirty="0" err="1"/>
              <a:t>moduleBody</a:t>
            </a:r>
            <a:r>
              <a:rPr lang="en-US" dirty="0"/>
              <a:t>}}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A571DE5B-D946-4A80-8DA0-2E4E9E35C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4" y="393192"/>
            <a:ext cx="11433978" cy="363266"/>
          </a:xfrm>
        </p:spPr>
        <p:txBody>
          <a:bodyPr/>
          <a:lstStyle/>
          <a:p>
            <a:r>
              <a:rPr lang="en-US" sz="2000" b="0" dirty="0"/>
              <a:t>{{breadcrumb}}</a:t>
            </a:r>
            <a:br>
              <a:rPr lang="en-US" b="0" dirty="0"/>
            </a:b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63A04A-4ECD-FE10-BD6C-9F959E68CC3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071873" y="6402310"/>
            <a:ext cx="6217666" cy="190500"/>
          </a:xfrm>
        </p:spPr>
        <p:txBody>
          <a:bodyPr/>
          <a:lstStyle/>
          <a:p>
            <a:r>
              <a:rPr lang="en-US"/>
              <a:t>Confidential | Authorized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C528EF-83E9-FBE9-26E3-E0AAF0E76E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68100" y="6402310"/>
            <a:ext cx="340782" cy="190500"/>
          </a:xfrm>
        </p:spPr>
        <p:txBody>
          <a:bodyPr/>
          <a:lstStyle/>
          <a:p>
            <a:fld id="{C0388CE4-E87A-43A8-A4DA-5AAB8529E0B0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3517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4F898D1-7C4E-61DB-6C10-B5E9A3FAB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FC46F6-DD32-4A95-BBD8-E998EF61456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 dirty="0"/>
              <a:t>Confidential | Authorized</a:t>
            </a:r>
          </a:p>
        </p:txBody>
      </p:sp>
    </p:spTree>
    <p:extLst>
      <p:ext uri="{BB962C8B-B14F-4D97-AF65-F5344CB8AC3E}">
        <p14:creationId xmlns:p14="http://schemas.microsoft.com/office/powerpoint/2010/main" val="1951264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HPE Light Theme">
  <a:themeElements>
    <a:clrScheme name="HPE Light">
      <a:dk1>
        <a:srgbClr val="292D3A"/>
      </a:dk1>
      <a:lt1>
        <a:sysClr val="window" lastClr="FFFFFF"/>
      </a:lt1>
      <a:dk2>
        <a:srgbClr val="B1B9BE"/>
      </a:dk2>
      <a:lt2>
        <a:srgbClr val="535C66"/>
      </a:lt2>
      <a:accent1>
        <a:srgbClr val="01A982"/>
      </a:accent1>
      <a:accent2>
        <a:srgbClr val="7764FC"/>
      </a:accent2>
      <a:accent3>
        <a:srgbClr val="0070F8"/>
      </a:accent3>
      <a:accent4>
        <a:srgbClr val="00DBE4"/>
      </a:accent4>
      <a:accent5>
        <a:srgbClr val="873492"/>
      </a:accent5>
      <a:accent6>
        <a:srgbClr val="CC54A4"/>
      </a:accent6>
      <a:hlink>
        <a:srgbClr val="01A982"/>
      </a:hlink>
      <a:folHlink>
        <a:srgbClr val="7764FC"/>
      </a:folHlink>
    </a:clrScheme>
    <a:fontScheme name="HPE Graphik">
      <a:majorFont>
        <a:latin typeface="HPE Graphik Semibold"/>
        <a:ea typeface=""/>
        <a:cs typeface=""/>
      </a:majorFont>
      <a:minorFont>
        <a:latin typeface="HPE 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47625"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  <a:ln w="38100">
          <a:noFill/>
        </a:ln>
      </a:spPr>
      <a:bodyPr wrap="square" lIns="90170" tIns="90170" rIns="90170" bIns="90170" rtlCol="0">
        <a:noAutofit/>
      </a:bodyPr>
      <a:lstStyle>
        <a:defPPr algn="l">
          <a:defRPr dirty="0" smtClean="0"/>
        </a:defPPr>
      </a:lstStyle>
    </a:txDef>
  </a:objectDefaults>
  <a:extraClrSchemeLst/>
  <a:custClrLst>
    <a:custClr name="HPE Gold">
      <a:srgbClr val="DEB146"/>
    </a:custClr>
    <a:custClr name="HPE Red">
      <a:srgbClr val="C64F3A"/>
    </a:custClr>
    <a:custClr name="HPE Green">
      <a:srgbClr val="01A982"/>
    </a:custClr>
    <a:custClr name="Primary Green">
      <a:srgbClr val="05CC93"/>
    </a:custClr>
    <a:custClr name="Secondary Green">
      <a:srgbClr val="00E0AF"/>
    </a:custClr>
    <a:custClr name="Blue">
      <a:srgbClr val="0070F8"/>
    </a:custClr>
    <a:custClr name="Light Gray 1">
      <a:srgbClr val="F7F7F7"/>
    </a:custClr>
    <a:custClr name="Light Gray 2">
      <a:srgbClr val="E6E8E9"/>
    </a:custClr>
  </a:custClrLst>
  <a:extLst>
    <a:ext uri="{05A4C25C-085E-4340-85A3-A5531E510DB2}">
      <thm15:themeFamily xmlns:thm15="http://schemas.microsoft.com/office/thememl/2012/main" name="Presentation1" id="{6D4A9D61-DCB0-42F3-B67D-DE8E89918B99}" vid="{F4DB0AD3-70C1-4120-9177-B6C4606FCF4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HPE Graphik">
      <a:majorFont>
        <a:latin typeface="HPE Graphik Semibold"/>
        <a:ea typeface=""/>
        <a:cs typeface=""/>
      </a:majorFont>
      <a:minorFont>
        <a:latin typeface="HPE 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EEF50D5FCD5CB439CBE3D42D314F398" ma:contentTypeVersion="12" ma:contentTypeDescription="Create a new document." ma:contentTypeScope="" ma:versionID="4e5d1981845a91302bd7935704d57709">
  <xsd:schema xmlns:xsd="http://www.w3.org/2001/XMLSchema" xmlns:xs="http://www.w3.org/2001/XMLSchema" xmlns:p="http://schemas.microsoft.com/office/2006/metadata/properties" xmlns:ns2="1a803baa-e9df-4a23-bfb0-3d52ab6a3357" xmlns:ns3="1dc1e81a-280f-431a-8325-76280f46d8cc" targetNamespace="http://schemas.microsoft.com/office/2006/metadata/properties" ma:root="true" ma:fieldsID="ef3e2db0e49d159f121b189cb14c7577" ns2:_="" ns3:_="">
    <xsd:import namespace="1a803baa-e9df-4a23-bfb0-3d52ab6a3357"/>
    <xsd:import namespace="1dc1e81a-280f-431a-8325-76280f46d8c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803baa-e9df-4a23-bfb0-3d52ab6a335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25aa102e-2e4d-4f82-9951-c6a7f8de6b7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c1e81a-280f-431a-8325-76280f46d8cc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463e7442-8ce2-4497-ab52-f9ad02f7e938}" ma:internalName="TaxCatchAll" ma:showField="CatchAllData" ma:web="1dc1e81a-280f-431a-8325-76280f46d8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a803baa-e9df-4a23-bfb0-3d52ab6a3357">
      <Terms xmlns="http://schemas.microsoft.com/office/infopath/2007/PartnerControls"/>
    </lcf76f155ced4ddcb4097134ff3c332f>
    <TaxCatchAll xmlns="1dc1e81a-280f-431a-8325-76280f46d8cc" xsi:nil="true"/>
  </documentManagement>
</p:properties>
</file>

<file path=customXml/itemProps1.xml><?xml version="1.0" encoding="utf-8"?>
<ds:datastoreItem xmlns:ds="http://schemas.openxmlformats.org/officeDocument/2006/customXml" ds:itemID="{9CC0593A-7F70-4F4D-8531-3B3C40A63BD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5DDCB59-5E99-40CA-A230-AD22D6EC580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a803baa-e9df-4a23-bfb0-3d52ab6a3357"/>
    <ds:schemaRef ds:uri="1dc1e81a-280f-431a-8325-76280f46d8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3958DC6-5C23-4AE0-B6AA-A4452D5FB2AB}">
  <ds:schemaRefs>
    <ds:schemaRef ds:uri="http://purl.org/dc/terms/"/>
    <ds:schemaRef ds:uri="http://www.w3.org/XML/1998/namespace"/>
    <ds:schemaRef ds:uri="115f46ad-0135-4aab-bec4-bf173c0d708b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e123aae8-14e7-4a51-b197-dead1e593f59"/>
    <ds:schemaRef ds:uri="http://purl.org/dc/dcmitype/"/>
    <ds:schemaRef ds:uri="http://schemas.openxmlformats.org/package/2006/metadata/core-properties"/>
    <ds:schemaRef ds:uri="1a803baa-e9df-4a23-bfb0-3d52ab6a3357"/>
    <ds:schemaRef ds:uri="1dc1e81a-280f-431a-8325-76280f46d8c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HPE-PowerPoint-Light-Standard-R6.2</Template>
  <TotalTime>3672</TotalTime>
  <Words>47</Words>
  <Application>Microsoft Office PowerPoint</Application>
  <PresentationFormat>Widescreen</PresentationFormat>
  <Paragraphs>15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Arial</vt:lpstr>
      <vt:lpstr>Calibri</vt:lpstr>
      <vt:lpstr>HPE Graphik</vt:lpstr>
      <vt:lpstr>HPE Graphik Light</vt:lpstr>
      <vt:lpstr>HPE Light Theme</vt:lpstr>
      <vt:lpstr>{{docTitle}}</vt:lpstr>
      <vt:lpstr>{{breadcrumb}}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 N, Guruprasad (NSS)</dc:creator>
  <cp:lastModifiedBy>shubham patil</cp:lastModifiedBy>
  <cp:revision>13</cp:revision>
  <dcterms:created xsi:type="dcterms:W3CDTF">2025-08-21T10:45:14Z</dcterms:created>
  <dcterms:modified xsi:type="dcterms:W3CDTF">2026-04-01T11:50:32Z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0x010100CEEF50D5FCD5CB439CBE3D42D314F398</vt:lpwstr>
  </property>
  <property fmtid="{D5CDD505-2E9C-101B-9397-08002B2CF9AE}" pid="3" name="MediaServiceImageTags">
    <vt:lpwstr/>
  </property>
</Properties>
</file>